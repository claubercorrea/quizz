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4455f3223343dc" /><Relationship Type="http://schemas.openxmlformats.org/officeDocument/2006/relationships/extended-properties" Target="/docProps/app.xml" Id="Rd249dff185ac4a98" /><Relationship Type="http://schemas.openxmlformats.org/officeDocument/2006/relationships/officeDocument" Target="/ppt/presentation.xml" Id="R2d15250651d4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008d3276a646e6"/>
  </p:sldMasterIdLst>
  <p:notesMasterIdLst>
    <p:notesMasterId xmlns:r="http://schemas.openxmlformats.org/officeDocument/2006/relationships" r:id="R49a637bd08414fde"/>
  </p:notesMasterIdLst>
  <p:sldIdLst>
    <p:sldId xmlns:r="http://schemas.openxmlformats.org/officeDocument/2006/relationships" id="256" r:id="R7f3a9f8dc1d7407d"/>
    <p:sldId xmlns:r="http://schemas.openxmlformats.org/officeDocument/2006/relationships" id="257" r:id="R2e5475302d594f5a"/>
    <p:sldId xmlns:r="http://schemas.openxmlformats.org/officeDocument/2006/relationships" id="258" r:id="Rcdefbf7d838b4903"/>
    <p:sldId xmlns:r="http://schemas.openxmlformats.org/officeDocument/2006/relationships" id="259" r:id="R02c58f35375246f6"/>
    <p:sldId xmlns:r="http://schemas.openxmlformats.org/officeDocument/2006/relationships" id="260" r:id="R12c362bbf3b64fdb"/>
    <p:sldId xmlns:r="http://schemas.openxmlformats.org/officeDocument/2006/relationships" id="261" r:id="Rac4fc41ef19e4911"/>
    <p:sldId xmlns:r="http://schemas.openxmlformats.org/officeDocument/2006/relationships" id="262" r:id="Rd159d8624c3d46df"/>
    <p:sldId xmlns:r="http://schemas.openxmlformats.org/officeDocument/2006/relationships" id="263" r:id="Rcddc4c9c39584a55"/>
    <p:sldId xmlns:r="http://schemas.openxmlformats.org/officeDocument/2006/relationships" id="264" r:id="R9af3a2ea91bb4da2"/>
    <p:sldId xmlns:r="http://schemas.openxmlformats.org/officeDocument/2006/relationships" id="265" r:id="R69793c5cea4f4a17"/>
    <p:sldId xmlns:r="http://schemas.openxmlformats.org/officeDocument/2006/relationships" id="266" r:id="Rbcf58535b86843a7"/>
    <p:sldId xmlns:r="http://schemas.openxmlformats.org/officeDocument/2006/relationships" id="267" r:id="R5ffe63a8cfed42fc"/>
    <p:sldId xmlns:r="http://schemas.openxmlformats.org/officeDocument/2006/relationships" id="268" r:id="R85aca92850d24bd4"/>
    <p:sldId xmlns:r="http://schemas.openxmlformats.org/officeDocument/2006/relationships" id="269" r:id="Rd4e43aa9c10c402a"/>
    <p:sldId xmlns:r="http://schemas.openxmlformats.org/officeDocument/2006/relationships" id="270" r:id="Re398e002f87f4f8b"/>
    <p:sldId xmlns:r="http://schemas.openxmlformats.org/officeDocument/2006/relationships" id="271" r:id="R08d4768bf67040b3"/>
    <p:sldId xmlns:r="http://schemas.openxmlformats.org/officeDocument/2006/relationships" id="272" r:id="Ra130461ff76943d0"/>
    <p:sldId xmlns:r="http://schemas.openxmlformats.org/officeDocument/2006/relationships" id="273" r:id="R926eccd23100425e"/>
    <p:sldId xmlns:r="http://schemas.openxmlformats.org/officeDocument/2006/relationships" id="274" r:id="R1cc0220ad403435e"/>
    <p:sldId xmlns:r="http://schemas.openxmlformats.org/officeDocument/2006/relationships" id="275" r:id="R1d2688dee08244d8"/>
    <p:sldId xmlns:r="http://schemas.openxmlformats.org/officeDocument/2006/relationships" id="276" r:id="R08d332a8b65a4cfe"/>
    <p:sldId xmlns:r="http://schemas.openxmlformats.org/officeDocument/2006/relationships" id="277" r:id="R94c452ad7873472c"/>
    <p:sldId xmlns:r="http://schemas.openxmlformats.org/officeDocument/2006/relationships" id="278" r:id="Reea5b2f786b24a41"/>
    <p:sldId xmlns:r="http://schemas.openxmlformats.org/officeDocument/2006/relationships" id="279" r:id="R0306883924084c03"/>
    <p:sldId xmlns:r="http://schemas.openxmlformats.org/officeDocument/2006/relationships" id="280" r:id="R0989ba0d11734926"/>
    <p:sldId xmlns:r="http://schemas.openxmlformats.org/officeDocument/2006/relationships" id="281" r:id="R8aafb53ce4ab4f57"/>
    <p:sldId xmlns:r="http://schemas.openxmlformats.org/officeDocument/2006/relationships" id="282" r:id="R9020e785330548eb"/>
    <p:sldId xmlns:r="http://schemas.openxmlformats.org/officeDocument/2006/relationships" id="283" r:id="R52dd079fc3f04a00"/>
    <p:sldId xmlns:r="http://schemas.openxmlformats.org/officeDocument/2006/relationships" id="284" r:id="Rb0958eee09f5446b"/>
    <p:sldId xmlns:r="http://schemas.openxmlformats.org/officeDocument/2006/relationships" id="285" r:id="R0881fb1b951f4438"/>
    <p:sldId xmlns:r="http://schemas.openxmlformats.org/officeDocument/2006/relationships" id="286" r:id="R77035c77cb6547f6"/>
    <p:sldId xmlns:r="http://schemas.openxmlformats.org/officeDocument/2006/relationships" id="287" r:id="Rb1b0b919ee8640ca"/>
    <p:sldId xmlns:r="http://schemas.openxmlformats.org/officeDocument/2006/relationships" id="288" r:id="R0c4b33ce986643a1"/>
    <p:sldId xmlns:r="http://schemas.openxmlformats.org/officeDocument/2006/relationships" id="289" r:id="R4a6cfc2211364c7f"/>
    <p:sldId xmlns:r="http://schemas.openxmlformats.org/officeDocument/2006/relationships" id="290" r:id="R1b62250fb6004df0"/>
    <p:sldId xmlns:r="http://schemas.openxmlformats.org/officeDocument/2006/relationships" id="291" r:id="Rd0fbdc20bb2942c2"/>
    <p:sldId xmlns:r="http://schemas.openxmlformats.org/officeDocument/2006/relationships" id="292" r:id="Rf899fa10d9e24697"/>
    <p:sldId xmlns:r="http://schemas.openxmlformats.org/officeDocument/2006/relationships" id="293" r:id="R71e9b4d14e99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5bc60f979e4a47" /><Relationship Type="http://schemas.openxmlformats.org/officeDocument/2006/relationships/slideMaster" Target="/ppt/slideMasters/slideMaster1.xml" Id="Rc5008d3276a646e6" /><Relationship Type="http://schemas.openxmlformats.org/officeDocument/2006/relationships/notesMaster" Target="/ppt/notesMasters/notesMaster1.xml" Id="R49a637bd08414fde" /><Relationship Type="http://schemas.openxmlformats.org/officeDocument/2006/relationships/presProps" Target="/ppt/presProps.xml" Id="R83edee48390c4810" /><Relationship Type="http://schemas.openxmlformats.org/officeDocument/2006/relationships/viewProps" Target="/ppt/viewProps.xml" Id="Re11d9b106db6463a" /><Relationship Type="http://schemas.openxmlformats.org/officeDocument/2006/relationships/tableStyles" Target="/ppt/tableStyles.xml" Id="R8173b30818db4f2a" /><Relationship Type="http://schemas.openxmlformats.org/officeDocument/2006/relationships/slide" Target="/ppt/slides/slide1.xml" Id="R7f3a9f8dc1d7407d" /><Relationship Type="http://schemas.openxmlformats.org/officeDocument/2006/relationships/slide" Target="/ppt/slides/slide2.xml" Id="R2e5475302d594f5a" /><Relationship Type="http://schemas.openxmlformats.org/officeDocument/2006/relationships/slide" Target="/ppt/slides/slide3.xml" Id="Rcdefbf7d838b4903" /><Relationship Type="http://schemas.openxmlformats.org/officeDocument/2006/relationships/slide" Target="/ppt/slides/slide4.xml" Id="R02c58f35375246f6" /><Relationship Type="http://schemas.openxmlformats.org/officeDocument/2006/relationships/slide" Target="/ppt/slides/slide5.xml" Id="R12c362bbf3b64fdb" /><Relationship Type="http://schemas.openxmlformats.org/officeDocument/2006/relationships/slide" Target="/ppt/slides/slide6.xml" Id="Rac4fc41ef19e4911" /><Relationship Type="http://schemas.openxmlformats.org/officeDocument/2006/relationships/slide" Target="/ppt/slides/slide7.xml" Id="Rd159d8624c3d46df" /><Relationship Type="http://schemas.openxmlformats.org/officeDocument/2006/relationships/slide" Target="/ppt/slides/slide8.xml" Id="Rcddc4c9c39584a55" /><Relationship Type="http://schemas.openxmlformats.org/officeDocument/2006/relationships/slide" Target="/ppt/slides/slide9.xml" Id="R9af3a2ea91bb4da2" /><Relationship Type="http://schemas.openxmlformats.org/officeDocument/2006/relationships/slide" Target="/ppt/slides/slide10.xml" Id="R69793c5cea4f4a17" /><Relationship Type="http://schemas.openxmlformats.org/officeDocument/2006/relationships/slide" Target="/ppt/slides/slide11.xml" Id="Rbcf58535b86843a7" /><Relationship Type="http://schemas.openxmlformats.org/officeDocument/2006/relationships/slide" Target="/ppt/slides/slide12.xml" Id="R5ffe63a8cfed42fc" /><Relationship Type="http://schemas.openxmlformats.org/officeDocument/2006/relationships/slide" Target="/ppt/slides/slide13.xml" Id="R85aca92850d24bd4" /><Relationship Type="http://schemas.openxmlformats.org/officeDocument/2006/relationships/slide" Target="/ppt/slides/slide14.xml" Id="Rd4e43aa9c10c402a" /><Relationship Type="http://schemas.openxmlformats.org/officeDocument/2006/relationships/slide" Target="/ppt/slides/slide15.xml" Id="Re398e002f87f4f8b" /><Relationship Type="http://schemas.openxmlformats.org/officeDocument/2006/relationships/slide" Target="/ppt/slides/slide16.xml" Id="R08d4768bf67040b3" /><Relationship Type="http://schemas.openxmlformats.org/officeDocument/2006/relationships/slide" Target="/ppt/slides/slide17.xml" Id="Ra130461ff76943d0" /><Relationship Type="http://schemas.openxmlformats.org/officeDocument/2006/relationships/slide" Target="/ppt/slides/slide18.xml" Id="R926eccd23100425e" /><Relationship Type="http://schemas.openxmlformats.org/officeDocument/2006/relationships/slide" Target="/ppt/slides/slide19.xml" Id="R1cc0220ad403435e" /><Relationship Type="http://schemas.openxmlformats.org/officeDocument/2006/relationships/slide" Target="/ppt/slides/slide20.xml" Id="R1d2688dee08244d8" /><Relationship Type="http://schemas.openxmlformats.org/officeDocument/2006/relationships/slide" Target="/ppt/slides/slide21.xml" Id="R08d332a8b65a4cfe" /><Relationship Type="http://schemas.openxmlformats.org/officeDocument/2006/relationships/slide" Target="/ppt/slides/slide22.xml" Id="R94c452ad7873472c" /><Relationship Type="http://schemas.openxmlformats.org/officeDocument/2006/relationships/slide" Target="/ppt/slides/slide23.xml" Id="Reea5b2f786b24a41" /><Relationship Type="http://schemas.openxmlformats.org/officeDocument/2006/relationships/slide" Target="/ppt/slides/slide24.xml" Id="R0306883924084c03" /><Relationship Type="http://schemas.openxmlformats.org/officeDocument/2006/relationships/slide" Target="/ppt/slides/slide25.xml" Id="R0989ba0d11734926" /><Relationship Type="http://schemas.openxmlformats.org/officeDocument/2006/relationships/slide" Target="/ppt/slides/slide26.xml" Id="R8aafb53ce4ab4f57" /><Relationship Type="http://schemas.openxmlformats.org/officeDocument/2006/relationships/slide" Target="/ppt/slides/slide27.xml" Id="R9020e785330548eb" /><Relationship Type="http://schemas.openxmlformats.org/officeDocument/2006/relationships/slide" Target="/ppt/slides/slide28.xml" Id="R52dd079fc3f04a00" /><Relationship Type="http://schemas.openxmlformats.org/officeDocument/2006/relationships/slide" Target="/ppt/slides/slide29.xml" Id="Rb0958eee09f5446b" /><Relationship Type="http://schemas.openxmlformats.org/officeDocument/2006/relationships/slide" Target="/ppt/slides/slide30.xml" Id="R0881fb1b951f4438" /><Relationship Type="http://schemas.openxmlformats.org/officeDocument/2006/relationships/slide" Target="/ppt/slides/slide31.xml" Id="R77035c77cb6547f6" /><Relationship Type="http://schemas.openxmlformats.org/officeDocument/2006/relationships/slide" Target="/ppt/slides/slide32.xml" Id="Rb1b0b919ee8640ca" /><Relationship Type="http://schemas.openxmlformats.org/officeDocument/2006/relationships/slide" Target="/ppt/slides/slide33.xml" Id="R0c4b33ce986643a1" /><Relationship Type="http://schemas.openxmlformats.org/officeDocument/2006/relationships/slide" Target="/ppt/slides/slide34.xml" Id="R4a6cfc2211364c7f" /><Relationship Type="http://schemas.openxmlformats.org/officeDocument/2006/relationships/slide" Target="/ppt/slides/slide35.xml" Id="R1b62250fb6004df0" /><Relationship Type="http://schemas.openxmlformats.org/officeDocument/2006/relationships/slide" Target="/ppt/slides/slide36.xml" Id="Rd0fbdc20bb2942c2" /><Relationship Type="http://schemas.openxmlformats.org/officeDocument/2006/relationships/slide" Target="/ppt/slides/slide37.xml" Id="Rf899fa10d9e24697" /><Relationship Type="http://schemas.openxmlformats.org/officeDocument/2006/relationships/slide" Target="/ppt/slides/slide38.xml" Id="R71e9b4d14e99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32d6ad03145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plate_ba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fed0c5c61e46e9" /><Relationship Type="http://schemas.openxmlformats.org/officeDocument/2006/relationships/notesMaster" Target="/ppt/notesMasters/notesMaster1.xml" Id="Rf72e4307829846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5fb00d9ae24c92" /><Relationship Type="http://schemas.openxmlformats.org/officeDocument/2006/relationships/notesMaster" Target="/ppt/notesMasters/notesMaster1.xml" Id="Rdeb5f09f69194b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57a10fcbd84778" /><Relationship Type="http://schemas.openxmlformats.org/officeDocument/2006/relationships/notesMaster" Target="/ppt/notesMasters/notesMaster1.xml" Id="R02f8278524fa4b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32757d9e4b458c" /><Relationship Type="http://schemas.openxmlformats.org/officeDocument/2006/relationships/notesMaster" Target="/ppt/notesMasters/notesMaster1.xml" Id="R6b60cd5b243f4d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57f550936b4f67" /><Relationship Type="http://schemas.openxmlformats.org/officeDocument/2006/relationships/notesMaster" Target="/ppt/notesMasters/notesMaster1.xml" Id="R0641cc1fa9e745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58c42fe23d493c" /><Relationship Type="http://schemas.openxmlformats.org/officeDocument/2006/relationships/notesMaster" Target="/ppt/notesMasters/notesMaster1.xml" Id="Ra4bf417de06e4f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87c3d9f6324e17" /><Relationship Type="http://schemas.openxmlformats.org/officeDocument/2006/relationships/notesMaster" Target="/ppt/notesMasters/notesMaster1.xml" Id="Rfc37b4ca595c4b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6d48d8e16d42ff" /><Relationship Type="http://schemas.openxmlformats.org/officeDocument/2006/relationships/notesMaster" Target="/ppt/notesMasters/notesMaster1.xml" Id="Rd8f1caf316c54f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716dcd32e04c44" /><Relationship Type="http://schemas.openxmlformats.org/officeDocument/2006/relationships/notesMaster" Target="/ppt/notesMasters/notesMaster1.xml" Id="Rfd3b1258702c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b62ed3698e4a06" /><Relationship Type="http://schemas.openxmlformats.org/officeDocument/2006/relationships/notesMaster" Target="/ppt/notesMasters/notesMaster1.xml" Id="R4ca7d4d4b64143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3341958ded482b" /><Relationship Type="http://schemas.openxmlformats.org/officeDocument/2006/relationships/notesMaster" Target="/ppt/notesMasters/notesMaster1.xml" Id="Rfdcbef95514048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e9191ff8fe4c80" /><Relationship Type="http://schemas.openxmlformats.org/officeDocument/2006/relationships/notesMaster" Target="/ppt/notesMasters/notesMaster1.xml" Id="R4743ee2a9c1447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bc1a69fbb24985" /><Relationship Type="http://schemas.openxmlformats.org/officeDocument/2006/relationships/notesMaster" Target="/ppt/notesMasters/notesMaster1.xml" Id="R709ea60096f940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3254e04fff4fde" /><Relationship Type="http://schemas.openxmlformats.org/officeDocument/2006/relationships/notesMaster" Target="/ppt/notesMasters/notesMaster1.xml" Id="R573a46ff6a454f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33f5cbc9f84d13" /><Relationship Type="http://schemas.openxmlformats.org/officeDocument/2006/relationships/notesMaster" Target="/ppt/notesMasters/notesMaster1.xml" Id="R3c7bb6153d8d49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877ee84b054679" /><Relationship Type="http://schemas.openxmlformats.org/officeDocument/2006/relationships/notesMaster" Target="/ppt/notesMasters/notesMaster1.xml" Id="Ra4a5c7bb13c84e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daaf4f5f2d46e4" /><Relationship Type="http://schemas.openxmlformats.org/officeDocument/2006/relationships/notesMaster" Target="/ppt/notesMasters/notesMaster1.xml" Id="Rc4a77ff95b7648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8259d1267b487a" /><Relationship Type="http://schemas.openxmlformats.org/officeDocument/2006/relationships/notesMaster" Target="/ppt/notesMasters/notesMaster1.xml" Id="Rd06c741c457b46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091de3dc4c40fb" /><Relationship Type="http://schemas.openxmlformats.org/officeDocument/2006/relationships/notesMaster" Target="/ppt/notesMasters/notesMaster1.xml" Id="Rdf0aee5aa1cf493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228793a3684040" /><Relationship Type="http://schemas.openxmlformats.org/officeDocument/2006/relationships/notesMaster" Target="/ppt/notesMasters/notesMaster1.xml" Id="Rce1fd9a2388f4cd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f3b2c5011a74a4b" /><Relationship Type="http://schemas.openxmlformats.org/officeDocument/2006/relationships/notesMaster" Target="/ppt/notesMasters/notesMaster1.xml" Id="Rb077689af41141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e9d0a2b16b4cbd" /><Relationship Type="http://schemas.openxmlformats.org/officeDocument/2006/relationships/notesMaster" Target="/ppt/notesMasters/notesMaster1.xml" Id="Re1f3a599818b43a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ba8625c20d8439a" /><Relationship Type="http://schemas.openxmlformats.org/officeDocument/2006/relationships/notesMaster" Target="/ppt/notesMasters/notesMaster1.xml" Id="Raf9669a44f8844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4d888f0bc842ae" /><Relationship Type="http://schemas.openxmlformats.org/officeDocument/2006/relationships/notesMaster" Target="/ppt/notesMasters/notesMaster1.xml" Id="R0e2106659d5b4be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a3ea9a243b14109" /><Relationship Type="http://schemas.openxmlformats.org/officeDocument/2006/relationships/notesMaster" Target="/ppt/notesMasters/notesMaster1.xml" Id="Rc1e147ac5db345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3a866b63384781" /><Relationship Type="http://schemas.openxmlformats.org/officeDocument/2006/relationships/notesMaster" Target="/ppt/notesMasters/notesMaster1.xml" Id="R6b48ad9bdc18496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a11fcdd1eb4e66" /><Relationship Type="http://schemas.openxmlformats.org/officeDocument/2006/relationships/notesMaster" Target="/ppt/notesMasters/notesMaster1.xml" Id="R454c456a21af4bf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6f2c27303f14369" /><Relationship Type="http://schemas.openxmlformats.org/officeDocument/2006/relationships/notesMaster" Target="/ppt/notesMasters/notesMaster1.xml" Id="R1518a27145e84e8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379f1c4b5104db0" /><Relationship Type="http://schemas.openxmlformats.org/officeDocument/2006/relationships/notesMaster" Target="/ppt/notesMasters/notesMaster1.xml" Id="Ra415eee7a7eb45f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246886f58e9458c" /><Relationship Type="http://schemas.openxmlformats.org/officeDocument/2006/relationships/notesMaster" Target="/ppt/notesMasters/notesMaster1.xml" Id="Rcf7adb35a9294a6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1ffb486756e415c" /><Relationship Type="http://schemas.openxmlformats.org/officeDocument/2006/relationships/notesMaster" Target="/ppt/notesMasters/notesMaster1.xml" Id="Rf50ea27cf95042e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c3a4e89520e4020" /><Relationship Type="http://schemas.openxmlformats.org/officeDocument/2006/relationships/notesMaster" Target="/ppt/notesMasters/notesMaster1.xml" Id="R93d2da0f7c10429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f57c0f564314559" /><Relationship Type="http://schemas.openxmlformats.org/officeDocument/2006/relationships/notesMaster" Target="/ppt/notesMasters/notesMaster1.xml" Id="R7a166938cc0b475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3f85ff164ef4541" /><Relationship Type="http://schemas.openxmlformats.org/officeDocument/2006/relationships/notesMaster" Target="/ppt/notesMasters/notesMaster1.xml" Id="R29d5f16911794a3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3ac3c6dfed444d7" /><Relationship Type="http://schemas.openxmlformats.org/officeDocument/2006/relationships/notesMaster" Target="/ppt/notesMasters/notesMaster1.xml" Id="R181db3599588433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fc19a20913c4142" /><Relationship Type="http://schemas.openxmlformats.org/officeDocument/2006/relationships/notesMaster" Target="/ppt/notesMasters/notesMaster1.xml" Id="R85e8dbcaa282440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6b9519efbc542ac" /><Relationship Type="http://schemas.openxmlformats.org/officeDocument/2006/relationships/notesMaster" Target="/ppt/notesMasters/notesMaster1.xml" Id="R6beab73c57b5497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6553ea05b624564" /><Relationship Type="http://schemas.openxmlformats.org/officeDocument/2006/relationships/notesMaster" Target="/ppt/notesMasters/notesMaster1.xml" Id="Re16890e074a54e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4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5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6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7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8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9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10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11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12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13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14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15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16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17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18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19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20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21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22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23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24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25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26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27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28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29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30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31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32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33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34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35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36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37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lam2010cap7 12152010com exercicios.pdf, pagina 38 (arquivo fornecido pelo usuario)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b93eb9d6f493d" /><Relationship Type="http://schemas.openxmlformats.org/officeDocument/2006/relationships/image" Target="/ppt/media/image.png" Id="Rf921bb82d67647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878e9cb6f42c7" /><Relationship Type="http://schemas.openxmlformats.org/officeDocument/2006/relationships/image" Target="/ppt/media/image2.png" Id="Rb0db2b3863de4f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acb6786ed4b91" /><Relationship Type="http://schemas.openxmlformats.org/officeDocument/2006/relationships/image" Target="/ppt/media/image3.png" Id="R1f1199ec46ab45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5c6bd68b8409a" /><Relationship Type="http://schemas.openxmlformats.org/officeDocument/2006/relationships/image" Target="/ppt/media/image4.png" Id="R76223afe958e41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a94fe036e4f48" /><Relationship Type="http://schemas.openxmlformats.org/officeDocument/2006/relationships/image" Target="/ppt/media/image5.png" Id="R613729299bdb4c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acdfe4fe24380" /><Relationship Type="http://schemas.openxmlformats.org/officeDocument/2006/relationships/image" Target="/ppt/media/image6.png" Id="Re790f8e80fc34c0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76754d2da4605" /><Relationship Type="http://schemas.openxmlformats.org/officeDocument/2006/relationships/image" Target="/ppt/media/image7.png" Id="R6fbcaa6ce33944d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d56e8b1294628" /><Relationship Type="http://schemas.openxmlformats.org/officeDocument/2006/relationships/image" Target="/ppt/media/image2.png" Id="R513493a5c737443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ee59a8e2147a7" /><Relationship Type="http://schemas.openxmlformats.org/officeDocument/2006/relationships/image" Target="/ppt/media/image.png" Id="R3864ddfa7fbc42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bd31e34c44d54" /><Relationship Type="http://schemas.openxmlformats.org/officeDocument/2006/relationships/image" Target="/ppt/media/image2.png" Id="R3c9221f05763445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0b8dd9fca4423" /><Relationship Type="http://schemas.openxmlformats.org/officeDocument/2006/relationships/image" Target="/ppt/media/image6.png" Id="Rdf6b055ef64b4bc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f90229fb54851" /><Relationship Type="http://schemas.openxmlformats.org/officeDocument/2006/relationships/image" Target="/ppt/media/image7.png" Id="R838c0bd44f3240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3795024394dd7" /><Relationship Type="http://schemas.openxmlformats.org/officeDocument/2006/relationships/image" Target="/ppt/media/image2.png" Id="Rd82424f3b6cd460e" /></Relationships>
</file>

<file path=ppt/slideLayouts/slideLayout1.xml><?xml version="1.0" encoding="utf-8"?>
<p:sldLayout xmlns:p="http://schemas.openxmlformats.org/presentationml/2006/main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Image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1bb82d6764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Imagem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1bb82d6764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>
  <p:cSld name="1_Slide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b2b3863de4f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7D0FB71-5243-4DBC-97C3-8FE00536276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23520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600" b="1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pic>
        <p:nvPicPr>
          <p:cNvPr id="7" name="Imagem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b2b3863de4f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199ec46ab45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21E256F-8DA0-4D81-A83D-0C7D9395A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364" y="365125"/>
            <a:ext cx="10245436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1">
                <a:solidFill>
                  <a:srgbClr val="0C139E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C0244513-4C2C-405F-BF80-0FE49D160D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</a:defRPr>
            </a:lvl1pPr>
            <a:lvl2pPr>
              <a:buNone/>
              <a:defRPr sz="3600">
                <a:solidFill>
                  <a:schemeClr val="tx1"/>
                </a:solidFill>
              </a:defRPr>
            </a:lvl2pPr>
            <a:lvl3pPr>
              <a:buNone/>
              <a:defRPr sz="3600">
                <a:solidFill>
                  <a:schemeClr val="tx1"/>
                </a:solidFill>
              </a:defRPr>
            </a:lvl3pPr>
            <a:lvl4pPr>
              <a:buNone/>
              <a:defRPr sz="3600">
                <a:solidFill>
                  <a:schemeClr val="tx1"/>
                </a:solidFill>
              </a:defRPr>
            </a:lvl4pPr>
            <a:lvl5pPr>
              <a:buNone/>
              <a:defRPr sz="36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pic>
        <p:nvPicPr>
          <p:cNvPr id="9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199ec46ab45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obj" preserve="1">
  <p:cSld name="1_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23afe958e41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21E256F-8DA0-4D81-A83D-0C7D9395A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1">
                <a:solidFill>
                  <a:srgbClr val="0C139E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C0244513-4C2C-405F-BF80-0FE49D160D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</a:defRPr>
            </a:lvl1pPr>
            <a:lvl2pPr>
              <a:buNone/>
              <a:defRPr sz="3600">
                <a:solidFill>
                  <a:schemeClr val="tx1"/>
                </a:solidFill>
              </a:defRPr>
            </a:lvl2pPr>
            <a:lvl3pPr>
              <a:buNone/>
              <a:defRPr sz="3600">
                <a:solidFill>
                  <a:schemeClr val="tx1"/>
                </a:solidFill>
              </a:defRPr>
            </a:lvl3pPr>
            <a:lvl4pPr>
              <a:buNone/>
              <a:defRPr sz="3600">
                <a:solidFill>
                  <a:schemeClr val="tx1"/>
                </a:solidFill>
              </a:defRPr>
            </a:lvl4pPr>
            <a:lvl5pPr>
              <a:buNone/>
              <a:defRPr sz="36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pic>
        <p:nvPicPr>
          <p:cNvPr id="9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23afe958e41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obj" preserve="1">
  <p:cSld name="2_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729299bdb4c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21E256F-8DA0-4D81-A83D-0C7D9395A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1">
                <a:solidFill>
                  <a:srgbClr val="0C139E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C0244513-4C2C-405F-BF80-0FE49D160D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</a:defRPr>
            </a:lvl1pPr>
            <a:lvl2pPr>
              <a:buNone/>
              <a:defRPr sz="3600">
                <a:solidFill>
                  <a:schemeClr val="tx1"/>
                </a:solidFill>
              </a:defRPr>
            </a:lvl2pPr>
            <a:lvl3pPr>
              <a:buNone/>
              <a:defRPr sz="3600">
                <a:solidFill>
                  <a:schemeClr val="tx1"/>
                </a:solidFill>
              </a:defRPr>
            </a:lvl3pPr>
            <a:lvl4pPr>
              <a:buNone/>
              <a:defRPr sz="3600">
                <a:solidFill>
                  <a:schemeClr val="tx1"/>
                </a:solidFill>
              </a:defRPr>
            </a:lvl4pPr>
            <a:lvl5pPr>
              <a:buNone/>
              <a:defRPr sz="36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pic>
        <p:nvPicPr>
          <p:cNvPr id="9" name="Image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729299bdb4c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>
  <p:cSld name="3_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m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0f8e80fc3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C0244513-4C2C-405F-BF80-0FE49D160D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253331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</a:defRPr>
            </a:lvl1pPr>
            <a:lvl2pPr>
              <a:buNone/>
              <a:defRPr sz="3600">
                <a:solidFill>
                  <a:schemeClr val="tx1"/>
                </a:solidFill>
              </a:defRPr>
            </a:lvl2pPr>
            <a:lvl3pPr>
              <a:buNone/>
              <a:defRPr sz="3600">
                <a:solidFill>
                  <a:schemeClr val="tx1"/>
                </a:solidFill>
              </a:defRPr>
            </a:lvl3pPr>
            <a:lvl4pPr>
              <a:buNone/>
              <a:defRPr sz="3600">
                <a:solidFill>
                  <a:schemeClr val="tx1"/>
                </a:solidFill>
              </a:defRPr>
            </a:lvl4pPr>
            <a:lvl5pPr>
              <a:buNone/>
              <a:defRPr sz="36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pic>
        <p:nvPicPr>
          <p:cNvPr id="8" name="Imagem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0f8e80fc3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>
  <p:cSld name="4_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caa6ce33944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C0244513-4C2C-405F-BF80-0FE49D160D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253331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</a:defRPr>
            </a:lvl1pPr>
            <a:lvl2pPr>
              <a:buNone/>
              <a:defRPr sz="3600">
                <a:solidFill>
                  <a:schemeClr val="tx1"/>
                </a:solidFill>
              </a:defRPr>
            </a:lvl2pPr>
            <a:lvl3pPr>
              <a:buNone/>
              <a:defRPr sz="3600">
                <a:solidFill>
                  <a:schemeClr val="tx1"/>
                </a:solidFill>
              </a:defRPr>
            </a:lvl3pPr>
            <a:lvl4pPr>
              <a:buNone/>
              <a:defRPr sz="3600">
                <a:solidFill>
                  <a:schemeClr val="tx1"/>
                </a:solidFill>
              </a:defRPr>
            </a:lvl4pPr>
            <a:lvl5pPr>
              <a:buNone/>
              <a:defRPr sz="36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pic>
        <p:nvPicPr>
          <p:cNvPr id="8" name="Imagem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caa6ce33944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493a5c73744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CaixaDeTexto 7">
            <a:extLst xmlns:a="http://schemas.openxmlformats.org/drawingml/2006/main">
              <a:ext uri="{FF2B5EF4-FFF2-40B4-BE49-F238E27FC236}">
                <a16:creationId xmlns:a16="http://schemas.microsoft.com/office/drawing/2014/main" id="{794735A4-CA8E-475F-BA45-A70027D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373" y="2497976"/>
            <a:ext cx="8929254" cy="1862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0" b="1">
                <a:solidFill>
                  <a:schemeClr val="bg1"/>
                </a:solidFill>
              </a:rPr>
              <a:t>Bons estudos!</a:t>
            </a:r>
          </a:p>
        </p:txBody>
      </p:sp>
      <p:pic>
        <p:nvPicPr>
          <p:cNvPr id="13" name="Imagem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493a5c73744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CaixaDeTexto 5">
            <a:extLst xmlns:a="http://schemas.openxmlformats.org/drawingml/2006/main">
              <a:ext uri="{FF2B5EF4-FFF2-40B4-BE49-F238E27FC236}">
                <a16:creationId xmlns:a16="http://schemas.microsoft.com/office/drawing/2014/main" id="{F15DCD68-8C5E-4730-B6CA-42E5CEF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373" y="2497976"/>
            <a:ext cx="8929254" cy="1862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0" b="1">
                <a:solidFill>
                  <a:schemeClr val="bg1"/>
                </a:solidFill>
              </a:rPr>
              <a:t>Bons estudos!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4ddfa7fbc4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221f0576344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7D0FB71-5243-4DBC-97C3-8FE00536276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23520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600" b="1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 para editar o título Mestre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5_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m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b055ef64b4b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C0244513-4C2C-405F-BF80-0FE49D160D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253331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</a:defRPr>
            </a:lvl1pPr>
            <a:lvl2pPr>
              <a:buNone/>
              <a:defRPr sz="3600">
                <a:solidFill>
                  <a:schemeClr val="tx1"/>
                </a:solidFill>
              </a:defRPr>
            </a:lvl2pPr>
            <a:lvl3pPr>
              <a:buNone/>
              <a:defRPr sz="3600">
                <a:solidFill>
                  <a:schemeClr val="tx1"/>
                </a:solidFill>
              </a:defRPr>
            </a:lvl3pPr>
            <a:lvl4pPr>
              <a:buNone/>
              <a:defRPr sz="3600">
                <a:solidFill>
                  <a:schemeClr val="tx1"/>
                </a:solidFill>
              </a:defRPr>
            </a:lvl4pPr>
            <a:lvl5pPr>
              <a:buNone/>
              <a:defRPr sz="3600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6_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c0bd44f32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Espaço Reservado para Conteúdo 2">
            <a:extLst xmlns:a="http://schemas.openxmlformats.org/drawingml/2006/main">
              <a:ext uri="{FF2B5EF4-FFF2-40B4-BE49-F238E27FC236}">
                <a16:creationId xmlns:a16="http://schemas.microsoft.com/office/drawing/2014/main" id="{C0244513-4C2C-405F-BF80-0FE49D160D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253331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</a:defRPr>
            </a:lvl1pPr>
            <a:lvl2pPr>
              <a:buNone/>
              <a:defRPr sz="3600">
                <a:solidFill>
                  <a:schemeClr val="tx1"/>
                </a:solidFill>
              </a:defRPr>
            </a:lvl2pPr>
            <a:lvl3pPr>
              <a:buNone/>
              <a:defRPr sz="3600">
                <a:solidFill>
                  <a:schemeClr val="tx1"/>
                </a:solidFill>
              </a:defRPr>
            </a:lvl3pPr>
            <a:lvl4pPr>
              <a:buNone/>
              <a:defRPr sz="3600">
                <a:solidFill>
                  <a:schemeClr val="tx1"/>
                </a:solidFill>
              </a:defRPr>
            </a:lvl4pPr>
            <a:lvl5pPr>
              <a:buNone/>
              <a:defRPr sz="36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Imagem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424f3b6cd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CaixaDeTexto 7">
            <a:extLst xmlns:a="http://schemas.openxmlformats.org/drawingml/2006/main">
              <a:ext uri="{FF2B5EF4-FFF2-40B4-BE49-F238E27FC236}">
                <a16:creationId xmlns:a16="http://schemas.microsoft.com/office/drawing/2014/main" id="{794735A4-CA8E-475F-BA45-A70027D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373" y="2497976"/>
            <a:ext cx="8929254" cy="1862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0" b="1">
                <a:solidFill>
                  <a:schemeClr val="bg1"/>
                </a:solidFill>
              </a:rPr>
              <a:t>Bons estudos!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aa10609c5f4398" /><Relationship Type="http://schemas.openxmlformats.org/officeDocument/2006/relationships/slideLayout" Target="/ppt/slideLayouts/slideLayout1.xml" Id="R5c0c6ec502354a34" /><Relationship Type="http://schemas.openxmlformats.org/officeDocument/2006/relationships/slideLayout" Target="/ppt/slideLayouts/slideLayout2.xml" Id="R60544d285962434e" /><Relationship Type="http://schemas.openxmlformats.org/officeDocument/2006/relationships/slideLayout" Target="/ppt/slideLayouts/slideLayout3.xml" Id="R285a3916a1a54ad6" /><Relationship Type="http://schemas.openxmlformats.org/officeDocument/2006/relationships/slideLayout" Target="/ppt/slideLayouts/slideLayout4.xml" Id="Re384f7966c42472c" /><Relationship Type="http://schemas.openxmlformats.org/officeDocument/2006/relationships/slideLayout" Target="/ppt/slideLayouts/slideLayout5.xml" Id="R53ce62c48ef24f37" /><Relationship Type="http://schemas.openxmlformats.org/officeDocument/2006/relationships/slideLayout" Target="/ppt/slideLayouts/slideLayout6.xml" Id="Rca8127401f1141dc" /><Relationship Type="http://schemas.openxmlformats.org/officeDocument/2006/relationships/slideLayout" Target="/ppt/slideLayouts/slideLayout7.xml" Id="R53e0045d4b664d25" /><Relationship Type="http://schemas.openxmlformats.org/officeDocument/2006/relationships/slideLayout" Target="/ppt/slideLayouts/slideLayout8.xml" Id="Ra42408697a1942ab" /><Relationship Type="http://schemas.openxmlformats.org/officeDocument/2006/relationships/slideLayout" Target="/ppt/slideLayouts/slideLayout9.xml" Id="R787a68dc58fa4e12" /><Relationship Type="http://schemas.openxmlformats.org/officeDocument/2006/relationships/slideLayout" Target="/ppt/slideLayouts/slideLayout10.xml" Id="R0461657215184ec7" /><Relationship Type="http://schemas.openxmlformats.org/officeDocument/2006/relationships/slideLayout" Target="/ppt/slideLayouts/slideLayout11.xml" Id="R673d54f5fe8b44b9" /><Relationship Type="http://schemas.openxmlformats.org/officeDocument/2006/relationships/slideLayout" Target="/ppt/slideLayouts/slideLayout12.xml" Id="Rd0b6ea75460a4936" /><Relationship Type="http://schemas.openxmlformats.org/officeDocument/2006/relationships/slideLayout" Target="/ppt/slideLayouts/slideLayout13.xml" Id="Rf9941836f4a24ca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ço Reservado para Título 1">
            <a:extLst xmlns:a="http://schemas.openxmlformats.org/drawingml/2006/main">
              <a:ext uri="{FF2B5EF4-FFF2-40B4-BE49-F238E27FC236}">
                <a16:creationId xmlns:a16="http://schemas.microsoft.com/office/drawing/2014/main" id="{F0DC9F76-DFEC-4DE6-B64C-E3BA62BCE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</a:p>
        </p:txBody>
      </p:sp>
      <p:sp>
        <p:nvSpPr>
          <p:cNvPr id="3" name="Espaço Reservado para Texto 2">
            <a:extLst xmlns:a="http://schemas.openxmlformats.org/drawingml/2006/main">
              <a:ext uri="{FF2B5EF4-FFF2-40B4-BE49-F238E27FC236}">
                <a16:creationId xmlns:a16="http://schemas.microsoft.com/office/drawing/2014/main" id="{CE883806-81A9-4CAC-A573-06BBAEFD01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 xmlns:a="http://schemas.openxmlformats.org/drawingml/2006/main">
              <a:ext uri="{FF2B5EF4-FFF2-40B4-BE49-F238E27FC236}">
                <a16:creationId xmlns:a16="http://schemas.microsoft.com/office/drawing/2014/main" id="{87F64D2E-3AA2-49A6-A648-4BC79C794B2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C04F63-366F-42DF-986E-E4D086455D58}" type="datetimeFigureOut">
              <a:t>01/02/2026</a:t>
            </a:fld>
            <a:endParaRPr/>
          </a:p>
        </p:txBody>
      </p:sp>
      <p:sp>
        <p:nvSpPr>
          <p:cNvPr id="5" name="Espaço Reservado para Rodapé 4">
            <a:extLst xmlns:a="http://schemas.openxmlformats.org/drawingml/2006/main">
              <a:ext uri="{FF2B5EF4-FFF2-40B4-BE49-F238E27FC236}">
                <a16:creationId xmlns:a16="http://schemas.microsoft.com/office/drawing/2014/main" id="{54614D59-610A-4326-AB93-5D58F5A1A2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Espaço Reservado para Número de Slide 5">
            <a:extLst xmlns:a="http://schemas.openxmlformats.org/drawingml/2006/main">
              <a:ext uri="{FF2B5EF4-FFF2-40B4-BE49-F238E27FC236}">
                <a16:creationId xmlns:a16="http://schemas.microsoft.com/office/drawing/2014/main" id="{D122CF13-474E-4D94-B1F4-8ACEE88335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1A3D628-B415-4461-8B9E-63BE9FBF2877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c6ec502354a34"/>
    <p:sldLayoutId xmlns:r="http://schemas.openxmlformats.org/officeDocument/2006/relationships" id="2147483650" r:id="R60544d285962434e"/>
    <p:sldLayoutId xmlns:r="http://schemas.openxmlformats.org/officeDocument/2006/relationships" id="2147483651" r:id="R285a3916a1a54ad6"/>
    <p:sldLayoutId xmlns:r="http://schemas.openxmlformats.org/officeDocument/2006/relationships" id="2147483652" r:id="Re384f7966c42472c"/>
    <p:sldLayoutId xmlns:r="http://schemas.openxmlformats.org/officeDocument/2006/relationships" id="2147483653" r:id="R53ce62c48ef24f37"/>
    <p:sldLayoutId xmlns:r="http://schemas.openxmlformats.org/officeDocument/2006/relationships" id="2147483654" r:id="Rca8127401f1141dc"/>
    <p:sldLayoutId xmlns:r="http://schemas.openxmlformats.org/officeDocument/2006/relationships" id="2147483655" r:id="R53e0045d4b664d25"/>
    <p:sldLayoutId xmlns:r="http://schemas.openxmlformats.org/officeDocument/2006/relationships" id="2147483656" r:id="Ra42408697a1942ab"/>
    <p:sldLayoutId xmlns:r="http://schemas.openxmlformats.org/officeDocument/2006/relationships" id="2147483657" r:id="R787a68dc58fa4e12"/>
    <p:sldLayoutId xmlns:r="http://schemas.openxmlformats.org/officeDocument/2006/relationships" id="2147483658" r:id="R0461657215184ec7"/>
    <p:sldLayoutId xmlns:r="http://schemas.openxmlformats.org/officeDocument/2006/relationships" id="2147483659" r:id="R673d54f5fe8b44b9"/>
    <p:sldLayoutId xmlns:r="http://schemas.openxmlformats.org/officeDocument/2006/relationships" id="2147483660" r:id="Rd0b6ea75460a4936"/>
    <p:sldLayoutId xmlns:r="http://schemas.openxmlformats.org/officeDocument/2006/relationships" id="2147483661" r:id="Rf9941836f4a24ca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plate_ba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4d2be749534e55" /><Relationship Type="http://schemas.openxmlformats.org/officeDocument/2006/relationships/image" Target="/ppt/media/image8.png" Id="R364f2c8ab3dd48e6" /><Relationship Type="http://schemas.openxmlformats.org/officeDocument/2006/relationships/notesSlide" Target="/ppt/notesSlides/notesSlide1.xml" Id="Rceeda46fc2bd40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63d0850e194e43" /><Relationship Type="http://schemas.openxmlformats.org/officeDocument/2006/relationships/image" Target="/ppt/media/image9.png" Id="R32276b4f2d374952" /><Relationship Type="http://schemas.openxmlformats.org/officeDocument/2006/relationships/image" Target="/ppt/media/image10.png" Id="R3df1bf3bcd78407e" /><Relationship Type="http://schemas.openxmlformats.org/officeDocument/2006/relationships/image" Target="/ppt/media/image11.png" Id="R96a81a43ac014238" /><Relationship Type="http://schemas.openxmlformats.org/officeDocument/2006/relationships/image" Target="/ppt/media/image12.png" Id="R9754ce239b144206" /><Relationship Type="http://schemas.openxmlformats.org/officeDocument/2006/relationships/image" Target="/ppt/media/image13.png" Id="R5e1ccf50029c494e" /><Relationship Type="http://schemas.openxmlformats.org/officeDocument/2006/relationships/notesSlide" Target="/ppt/notesSlides/notesSlide2.xml" Id="R68b5f92174c84c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35d2201c484b33" /><Relationship Type="http://schemas.openxmlformats.org/officeDocument/2006/relationships/image" Target="/ppt/media/image9.png" Id="Rd433fc23223f45fe" /><Relationship Type="http://schemas.openxmlformats.org/officeDocument/2006/relationships/image" Target="/ppt/media/image10.png" Id="Rbcf2968048ff4256" /><Relationship Type="http://schemas.openxmlformats.org/officeDocument/2006/relationships/image" Target="/ppt/media/image11.png" Id="Ra84c4d8815784282" /><Relationship Type="http://schemas.openxmlformats.org/officeDocument/2006/relationships/image" Target="/ppt/media/image12.png" Id="Ra4d71ed7e2ab47e3" /><Relationship Type="http://schemas.openxmlformats.org/officeDocument/2006/relationships/image" Target="/ppt/media/image14.png" Id="R5bfe9072c2eb41ef" /><Relationship Type="http://schemas.openxmlformats.org/officeDocument/2006/relationships/notesSlide" Target="/ppt/notesSlides/notesSlide3.xml" Id="R93df7d75d03348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aad103d26c4222" /><Relationship Type="http://schemas.openxmlformats.org/officeDocument/2006/relationships/image" Target="/ppt/media/image9.png" Id="Rce1787ef28824098" /><Relationship Type="http://schemas.openxmlformats.org/officeDocument/2006/relationships/image" Target="/ppt/media/image10.png" Id="Re2511351555349cf" /><Relationship Type="http://schemas.openxmlformats.org/officeDocument/2006/relationships/image" Target="/ppt/media/image11.png" Id="Re9168d9b5d914b0a" /><Relationship Type="http://schemas.openxmlformats.org/officeDocument/2006/relationships/image" Target="/ppt/media/image12.png" Id="Re012aee81cd245c9" /><Relationship Type="http://schemas.openxmlformats.org/officeDocument/2006/relationships/image" Target="/ppt/media/image15.png" Id="R72beea77696b479e" /><Relationship Type="http://schemas.openxmlformats.org/officeDocument/2006/relationships/notesSlide" Target="/ppt/notesSlides/notesSlide4.xml" Id="Rf0e2c18b4c844c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34ff6486b54cc4" /><Relationship Type="http://schemas.openxmlformats.org/officeDocument/2006/relationships/image" Target="/ppt/media/image9.png" Id="Rbe6f3b64d81242a1" /><Relationship Type="http://schemas.openxmlformats.org/officeDocument/2006/relationships/image" Target="/ppt/media/image10.png" Id="R03f662758c9945a9" /><Relationship Type="http://schemas.openxmlformats.org/officeDocument/2006/relationships/image" Target="/ppt/media/image11.png" Id="R97a0962770724cef" /><Relationship Type="http://schemas.openxmlformats.org/officeDocument/2006/relationships/image" Target="/ppt/media/image12.png" Id="Ra180edc648894ffe" /><Relationship Type="http://schemas.openxmlformats.org/officeDocument/2006/relationships/image" Target="/ppt/media/image16.png" Id="R33aa381be49e4e62" /><Relationship Type="http://schemas.openxmlformats.org/officeDocument/2006/relationships/notesSlide" Target="/ppt/notesSlides/notesSlide5.xml" Id="R0f09c9dced0543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dd77356a744bf4" /><Relationship Type="http://schemas.openxmlformats.org/officeDocument/2006/relationships/image" Target="/ppt/media/image9.png" Id="R61bf5175214c4e1a" /><Relationship Type="http://schemas.openxmlformats.org/officeDocument/2006/relationships/image" Target="/ppt/media/image10.png" Id="Rd778000e692a4c6d" /><Relationship Type="http://schemas.openxmlformats.org/officeDocument/2006/relationships/image" Target="/ppt/media/image11.png" Id="R1801467a586142f1" /><Relationship Type="http://schemas.openxmlformats.org/officeDocument/2006/relationships/image" Target="/ppt/media/image12.png" Id="Rde4e0eddec0c451d" /><Relationship Type="http://schemas.openxmlformats.org/officeDocument/2006/relationships/image" Target="/ppt/media/image17.png" Id="R81895dc09cd043e0" /><Relationship Type="http://schemas.openxmlformats.org/officeDocument/2006/relationships/notesSlide" Target="/ppt/notesSlides/notesSlide6.xml" Id="R581033bbc44646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a1304071d34a6a" /><Relationship Type="http://schemas.openxmlformats.org/officeDocument/2006/relationships/image" Target="/ppt/media/image9.png" Id="Rf740cb7e4d974c5c" /><Relationship Type="http://schemas.openxmlformats.org/officeDocument/2006/relationships/image" Target="/ppt/media/image10.png" Id="R33f9d602fcd445c7" /><Relationship Type="http://schemas.openxmlformats.org/officeDocument/2006/relationships/image" Target="/ppt/media/image11.png" Id="R10b3332d38ee4559" /><Relationship Type="http://schemas.openxmlformats.org/officeDocument/2006/relationships/image" Target="/ppt/media/image12.png" Id="R6933cd694114442d" /><Relationship Type="http://schemas.openxmlformats.org/officeDocument/2006/relationships/image" Target="/ppt/media/image18.png" Id="R987f5e5959c546cc" /><Relationship Type="http://schemas.openxmlformats.org/officeDocument/2006/relationships/notesSlide" Target="/ppt/notesSlides/notesSlide7.xml" Id="R6a70e281ceeb47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87aecb04b0471d" /><Relationship Type="http://schemas.openxmlformats.org/officeDocument/2006/relationships/image" Target="/ppt/media/image9.png" Id="R441faf4eb05a4eba" /><Relationship Type="http://schemas.openxmlformats.org/officeDocument/2006/relationships/image" Target="/ppt/media/image10.png" Id="Rf93babe076804051" /><Relationship Type="http://schemas.openxmlformats.org/officeDocument/2006/relationships/image" Target="/ppt/media/image11.png" Id="R0056628f4be2485a" /><Relationship Type="http://schemas.openxmlformats.org/officeDocument/2006/relationships/image" Target="/ppt/media/image12.png" Id="R859766d779ef418a" /><Relationship Type="http://schemas.openxmlformats.org/officeDocument/2006/relationships/image" Target="/ppt/media/image19.png" Id="R8ad5da1e7ec44087" /><Relationship Type="http://schemas.openxmlformats.org/officeDocument/2006/relationships/notesSlide" Target="/ppt/notesSlides/notesSlide8.xml" Id="Ra0fbb2410f3c4a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60e972e2ce4cd0" /><Relationship Type="http://schemas.openxmlformats.org/officeDocument/2006/relationships/image" Target="/ppt/media/image9.png" Id="R07ca7b395a6745b7" /><Relationship Type="http://schemas.openxmlformats.org/officeDocument/2006/relationships/image" Target="/ppt/media/image10.png" Id="R0dbcdf3cd9cf408e" /><Relationship Type="http://schemas.openxmlformats.org/officeDocument/2006/relationships/image" Target="/ppt/media/image11.png" Id="R7612fce26e534977" /><Relationship Type="http://schemas.openxmlformats.org/officeDocument/2006/relationships/image" Target="/ppt/media/image12.png" Id="R25fe822688cd4ad5" /><Relationship Type="http://schemas.openxmlformats.org/officeDocument/2006/relationships/image" Target="/ppt/media/image20.png" Id="Rc677d616767b476d" /><Relationship Type="http://schemas.openxmlformats.org/officeDocument/2006/relationships/notesSlide" Target="/ppt/notesSlides/notesSlide9.xml" Id="Rcee8d31d324f49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32eda2f7324193" /><Relationship Type="http://schemas.openxmlformats.org/officeDocument/2006/relationships/image" Target="/ppt/media/image9.png" Id="R05a5c61e71d14956" /><Relationship Type="http://schemas.openxmlformats.org/officeDocument/2006/relationships/image" Target="/ppt/media/image10.png" Id="R99ebd6e912d244e3" /><Relationship Type="http://schemas.openxmlformats.org/officeDocument/2006/relationships/image" Target="/ppt/media/image11.png" Id="R2b08ce0fe0a94a8f" /><Relationship Type="http://schemas.openxmlformats.org/officeDocument/2006/relationships/image" Target="/ppt/media/image12.png" Id="R69de4fe5c1434de5" /><Relationship Type="http://schemas.openxmlformats.org/officeDocument/2006/relationships/image" Target="/ppt/media/image21.png" Id="Rc42c990c289a48f9" /><Relationship Type="http://schemas.openxmlformats.org/officeDocument/2006/relationships/notesSlide" Target="/ppt/notesSlides/notesSlide10.xml" Id="Rac75539945d840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8ef2cd713d4138" /><Relationship Type="http://schemas.openxmlformats.org/officeDocument/2006/relationships/image" Target="/ppt/media/image9.png" Id="R653230d712804ea2" /><Relationship Type="http://schemas.openxmlformats.org/officeDocument/2006/relationships/image" Target="/ppt/media/image10.png" Id="Rf9f1643636294d73" /><Relationship Type="http://schemas.openxmlformats.org/officeDocument/2006/relationships/image" Target="/ppt/media/image11.png" Id="R160b594a10224be6" /><Relationship Type="http://schemas.openxmlformats.org/officeDocument/2006/relationships/image" Target="/ppt/media/image12.png" Id="Rafed1bd59bc2496d" /><Relationship Type="http://schemas.openxmlformats.org/officeDocument/2006/relationships/image" Target="/ppt/media/image22.png" Id="Rce433ab7ba244a88" /><Relationship Type="http://schemas.openxmlformats.org/officeDocument/2006/relationships/notesSlide" Target="/ppt/notesSlides/notesSlide11.xml" Id="Rd777b184c1ab45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a0fab99bce4de4" /><Relationship Type="http://schemas.openxmlformats.org/officeDocument/2006/relationships/image" Target="/ppt/media/image9.png" Id="Rbe37212f6ec34d55" /><Relationship Type="http://schemas.openxmlformats.org/officeDocument/2006/relationships/image" Target="/ppt/media/image10.png" Id="R77fbc231258948d7" /><Relationship Type="http://schemas.openxmlformats.org/officeDocument/2006/relationships/image" Target="/ppt/media/image11.png" Id="R2b061cb8ad684063" /><Relationship Type="http://schemas.openxmlformats.org/officeDocument/2006/relationships/image" Target="/ppt/media/image12.png" Id="R8912b135738f4a1b" /><Relationship Type="http://schemas.openxmlformats.org/officeDocument/2006/relationships/image" Target="/ppt/media/image23.png" Id="R2784b2839add4fc2" /><Relationship Type="http://schemas.openxmlformats.org/officeDocument/2006/relationships/notesSlide" Target="/ppt/notesSlides/notesSlide12.xml" Id="R2ea4aa6e688041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c31dce4060444b" /><Relationship Type="http://schemas.openxmlformats.org/officeDocument/2006/relationships/image" Target="/ppt/media/image9.png" Id="Red1497cc73524479" /><Relationship Type="http://schemas.openxmlformats.org/officeDocument/2006/relationships/image" Target="/ppt/media/image10.png" Id="Rf07555a55c8f4899" /><Relationship Type="http://schemas.openxmlformats.org/officeDocument/2006/relationships/image" Target="/ppt/media/image11.png" Id="Rb38feb1f5e684e15" /><Relationship Type="http://schemas.openxmlformats.org/officeDocument/2006/relationships/image" Target="/ppt/media/image12.png" Id="Re6991a4c95b8452f" /><Relationship Type="http://schemas.openxmlformats.org/officeDocument/2006/relationships/image" Target="/ppt/media/image24.png" Id="R28d04547038a4a15" /><Relationship Type="http://schemas.openxmlformats.org/officeDocument/2006/relationships/notesSlide" Target="/ppt/notesSlides/notesSlide13.xml" Id="Rc81dac34e28d4c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417e7546ae46e8" /><Relationship Type="http://schemas.openxmlformats.org/officeDocument/2006/relationships/image" Target="/ppt/media/image9.png" Id="R021d97c7bf4a4872" /><Relationship Type="http://schemas.openxmlformats.org/officeDocument/2006/relationships/image" Target="/ppt/media/image10.png" Id="R82a4490fc2c6402d" /><Relationship Type="http://schemas.openxmlformats.org/officeDocument/2006/relationships/image" Target="/ppt/media/image11.png" Id="Rbe56111a24684dec" /><Relationship Type="http://schemas.openxmlformats.org/officeDocument/2006/relationships/image" Target="/ppt/media/image12.png" Id="Re19323ae1dbe43cb" /><Relationship Type="http://schemas.openxmlformats.org/officeDocument/2006/relationships/image" Target="/ppt/media/image25.png" Id="R873d097fef524821" /><Relationship Type="http://schemas.openxmlformats.org/officeDocument/2006/relationships/notesSlide" Target="/ppt/notesSlides/notesSlide14.xml" Id="Raa4290f3abb64c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2eefe8b6d04e7c" /><Relationship Type="http://schemas.openxmlformats.org/officeDocument/2006/relationships/image" Target="/ppt/media/image9.png" Id="Rdbb1ed769d2945d6" /><Relationship Type="http://schemas.openxmlformats.org/officeDocument/2006/relationships/image" Target="/ppt/media/image10.png" Id="R15d3a5c91e81418f" /><Relationship Type="http://schemas.openxmlformats.org/officeDocument/2006/relationships/image" Target="/ppt/media/image11.png" Id="R396fe1bcc78946cd" /><Relationship Type="http://schemas.openxmlformats.org/officeDocument/2006/relationships/image" Target="/ppt/media/image12.png" Id="R0a3bdaa60bc7420d" /><Relationship Type="http://schemas.openxmlformats.org/officeDocument/2006/relationships/image" Target="/ppt/media/image26.png" Id="R111f7b455a5146a2" /><Relationship Type="http://schemas.openxmlformats.org/officeDocument/2006/relationships/notesSlide" Target="/ppt/notesSlides/notesSlide15.xml" Id="Rf8ef8aa1201240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1120012d784bc6" /><Relationship Type="http://schemas.openxmlformats.org/officeDocument/2006/relationships/image" Target="/ppt/media/image9.png" Id="Rd664498a91614742" /><Relationship Type="http://schemas.openxmlformats.org/officeDocument/2006/relationships/image" Target="/ppt/media/image10.png" Id="R615eff900bba4fe3" /><Relationship Type="http://schemas.openxmlformats.org/officeDocument/2006/relationships/image" Target="/ppt/media/image11.png" Id="R2d625f56080f4061" /><Relationship Type="http://schemas.openxmlformats.org/officeDocument/2006/relationships/image" Target="/ppt/media/image12.png" Id="R0c9e58ddb3b24eec" /><Relationship Type="http://schemas.openxmlformats.org/officeDocument/2006/relationships/image" Target="/ppt/media/image27.png" Id="Ra0fd2802a5d54f68" /><Relationship Type="http://schemas.openxmlformats.org/officeDocument/2006/relationships/notesSlide" Target="/ppt/notesSlides/notesSlide16.xml" Id="R7b3a2d6ee14346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25dee2e5114bf0" /><Relationship Type="http://schemas.openxmlformats.org/officeDocument/2006/relationships/image" Target="/ppt/media/image9.png" Id="R3c64a15d15ed429f" /><Relationship Type="http://schemas.openxmlformats.org/officeDocument/2006/relationships/image" Target="/ppt/media/image10.png" Id="Rb38427ce356c41aa" /><Relationship Type="http://schemas.openxmlformats.org/officeDocument/2006/relationships/image" Target="/ppt/media/image11.png" Id="R0bf1c03b9d614c46" /><Relationship Type="http://schemas.openxmlformats.org/officeDocument/2006/relationships/image" Target="/ppt/media/image12.png" Id="Rc7b0f290b64e450d" /><Relationship Type="http://schemas.openxmlformats.org/officeDocument/2006/relationships/image" Target="/ppt/media/image28.png" Id="R0cf48617e2d14cd3" /><Relationship Type="http://schemas.openxmlformats.org/officeDocument/2006/relationships/notesSlide" Target="/ppt/notesSlides/notesSlide17.xml" Id="R4b84c206e11642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4b9d7617a64ea2" /><Relationship Type="http://schemas.openxmlformats.org/officeDocument/2006/relationships/image" Target="/ppt/media/image9.png" Id="R1c8bf3fde7a44a41" /><Relationship Type="http://schemas.openxmlformats.org/officeDocument/2006/relationships/image" Target="/ppt/media/image10.png" Id="Rcdbbabb5f7cd4ec8" /><Relationship Type="http://schemas.openxmlformats.org/officeDocument/2006/relationships/image" Target="/ppt/media/image11.png" Id="R1e3bba1c7edd491d" /><Relationship Type="http://schemas.openxmlformats.org/officeDocument/2006/relationships/image" Target="/ppt/media/image12.png" Id="R0e6b43ad25c44faf" /><Relationship Type="http://schemas.openxmlformats.org/officeDocument/2006/relationships/image" Target="/ppt/media/image29.png" Id="R24cf92d8252049b7" /><Relationship Type="http://schemas.openxmlformats.org/officeDocument/2006/relationships/notesSlide" Target="/ppt/notesSlides/notesSlide18.xml" Id="Rbea15e5674cb46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bf9dfcb9d848f2" /><Relationship Type="http://schemas.openxmlformats.org/officeDocument/2006/relationships/image" Target="/ppt/media/image9.png" Id="R6293dd882d6a46c7" /><Relationship Type="http://schemas.openxmlformats.org/officeDocument/2006/relationships/image" Target="/ppt/media/image10.png" Id="R77c6cf0c643a4922" /><Relationship Type="http://schemas.openxmlformats.org/officeDocument/2006/relationships/image" Target="/ppt/media/image11.png" Id="R9b884df44ed14f10" /><Relationship Type="http://schemas.openxmlformats.org/officeDocument/2006/relationships/image" Target="/ppt/media/image12.png" Id="R9fdc2287180c4155" /><Relationship Type="http://schemas.openxmlformats.org/officeDocument/2006/relationships/image" Target="/ppt/media/image30.png" Id="R89d0944ed42b4b8b" /><Relationship Type="http://schemas.openxmlformats.org/officeDocument/2006/relationships/notesSlide" Target="/ppt/notesSlides/notesSlide19.xml" Id="Refb778ace67043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d368e687e24fe0" /><Relationship Type="http://schemas.openxmlformats.org/officeDocument/2006/relationships/image" Target="/ppt/media/image9.png" Id="R91a13182d8364bea" /><Relationship Type="http://schemas.openxmlformats.org/officeDocument/2006/relationships/image" Target="/ppt/media/image10.png" Id="Rff76284452bd44bf" /><Relationship Type="http://schemas.openxmlformats.org/officeDocument/2006/relationships/image" Target="/ppt/media/image11.png" Id="R35e168d356d04502" /><Relationship Type="http://schemas.openxmlformats.org/officeDocument/2006/relationships/image" Target="/ppt/media/image12.png" Id="R1a1ae49e66a34090" /><Relationship Type="http://schemas.openxmlformats.org/officeDocument/2006/relationships/image" Target="/ppt/media/image31.png" Id="R88dd3047213f4477" /><Relationship Type="http://schemas.openxmlformats.org/officeDocument/2006/relationships/notesSlide" Target="/ppt/notesSlides/notesSlide20.xml" Id="R3602b916c3fa4b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0e956db0e34514" /><Relationship Type="http://schemas.openxmlformats.org/officeDocument/2006/relationships/image" Target="/ppt/media/image9.png" Id="R1f32b42719ef4106" /><Relationship Type="http://schemas.openxmlformats.org/officeDocument/2006/relationships/image" Target="/ppt/media/image10.png" Id="Rccaac967b5994d82" /><Relationship Type="http://schemas.openxmlformats.org/officeDocument/2006/relationships/image" Target="/ppt/media/image11.png" Id="R1c21dc12d3794c9d" /><Relationship Type="http://schemas.openxmlformats.org/officeDocument/2006/relationships/image" Target="/ppt/media/image12.png" Id="R319792eb0ab04d23" /><Relationship Type="http://schemas.openxmlformats.org/officeDocument/2006/relationships/image" Target="/ppt/media/image32.png" Id="R5b400cf40e414aed" /><Relationship Type="http://schemas.openxmlformats.org/officeDocument/2006/relationships/notesSlide" Target="/ppt/notesSlides/notesSlide21.xml" Id="R187477a31e3b446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40a50f3fae484c" /><Relationship Type="http://schemas.openxmlformats.org/officeDocument/2006/relationships/image" Target="/ppt/media/image9.png" Id="R9664b2a7a645446b" /><Relationship Type="http://schemas.openxmlformats.org/officeDocument/2006/relationships/image" Target="/ppt/media/image10.png" Id="R9b51faa79b744489" /><Relationship Type="http://schemas.openxmlformats.org/officeDocument/2006/relationships/image" Target="/ppt/media/image11.png" Id="R36a7bded12cf4d1c" /><Relationship Type="http://schemas.openxmlformats.org/officeDocument/2006/relationships/image" Target="/ppt/media/image12.png" Id="Rd90519dc049a484a" /><Relationship Type="http://schemas.openxmlformats.org/officeDocument/2006/relationships/image" Target="/ppt/media/image33.png" Id="Rb23081ab7e724981" /><Relationship Type="http://schemas.openxmlformats.org/officeDocument/2006/relationships/notesSlide" Target="/ppt/notesSlides/notesSlide22.xml" Id="R503cceb915394c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ef576d0c954bad" /><Relationship Type="http://schemas.openxmlformats.org/officeDocument/2006/relationships/image" Target="/ppt/media/image9.png" Id="Rc184dab90ec34e75" /><Relationship Type="http://schemas.openxmlformats.org/officeDocument/2006/relationships/image" Target="/ppt/media/image10.png" Id="R6e304693235f4733" /><Relationship Type="http://schemas.openxmlformats.org/officeDocument/2006/relationships/image" Target="/ppt/media/image11.png" Id="R2ae21d38147a4cc8" /><Relationship Type="http://schemas.openxmlformats.org/officeDocument/2006/relationships/image" Target="/ppt/media/image12.png" Id="R961a57f940334f97" /><Relationship Type="http://schemas.openxmlformats.org/officeDocument/2006/relationships/image" Target="/ppt/media/image34.png" Id="Ra19e61ccd8324ffc" /><Relationship Type="http://schemas.openxmlformats.org/officeDocument/2006/relationships/notesSlide" Target="/ppt/notesSlides/notesSlide23.xml" Id="R1f18bbd3f39d4c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da7557a2494ecd" /><Relationship Type="http://schemas.openxmlformats.org/officeDocument/2006/relationships/image" Target="/ppt/media/image9.png" Id="Rdc38118d3fea4a16" /><Relationship Type="http://schemas.openxmlformats.org/officeDocument/2006/relationships/image" Target="/ppt/media/image10.png" Id="R364db605c1b74672" /><Relationship Type="http://schemas.openxmlformats.org/officeDocument/2006/relationships/image" Target="/ppt/media/image11.png" Id="Ra399ea243e3a4b91" /><Relationship Type="http://schemas.openxmlformats.org/officeDocument/2006/relationships/image" Target="/ppt/media/image12.png" Id="R61dccb600ebf4b74" /><Relationship Type="http://schemas.openxmlformats.org/officeDocument/2006/relationships/image" Target="/ppt/media/image35.png" Id="R441c260f26e74cc6" /><Relationship Type="http://schemas.openxmlformats.org/officeDocument/2006/relationships/notesSlide" Target="/ppt/notesSlides/notesSlide24.xml" Id="R7b4e5808b4954f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5cf3bebe8045a8" /><Relationship Type="http://schemas.openxmlformats.org/officeDocument/2006/relationships/image" Target="/ppt/media/image9.png" Id="R35e6ef495df149a5" /><Relationship Type="http://schemas.openxmlformats.org/officeDocument/2006/relationships/image" Target="/ppt/media/image10.png" Id="R196b8d46833c4c5f" /><Relationship Type="http://schemas.openxmlformats.org/officeDocument/2006/relationships/image" Target="/ppt/media/image11.png" Id="Rb3063cc60b544a85" /><Relationship Type="http://schemas.openxmlformats.org/officeDocument/2006/relationships/image" Target="/ppt/media/image12.png" Id="Re17f800c83594af5" /><Relationship Type="http://schemas.openxmlformats.org/officeDocument/2006/relationships/image" Target="/ppt/media/image36.png" Id="Rbc650e97844746a2" /><Relationship Type="http://schemas.openxmlformats.org/officeDocument/2006/relationships/notesSlide" Target="/ppt/notesSlides/notesSlide25.xml" Id="Rf52887d73c5a439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0faaa3034841d6" /><Relationship Type="http://schemas.openxmlformats.org/officeDocument/2006/relationships/image" Target="/ppt/media/image9.png" Id="Race0e890d43043cf" /><Relationship Type="http://schemas.openxmlformats.org/officeDocument/2006/relationships/image" Target="/ppt/media/image10.png" Id="R36a6cc7fb0b94f7c" /><Relationship Type="http://schemas.openxmlformats.org/officeDocument/2006/relationships/image" Target="/ppt/media/image11.png" Id="R47abca6f99fa4e67" /><Relationship Type="http://schemas.openxmlformats.org/officeDocument/2006/relationships/image" Target="/ppt/media/image12.png" Id="R20786d486ac646ca" /><Relationship Type="http://schemas.openxmlformats.org/officeDocument/2006/relationships/image" Target="/ppt/media/image37.png" Id="R72a0505f8ca046d3" /><Relationship Type="http://schemas.openxmlformats.org/officeDocument/2006/relationships/notesSlide" Target="/ppt/notesSlides/notesSlide26.xml" Id="Ra1bfa6b1ecbb49b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2ec8f720594c8a" /><Relationship Type="http://schemas.openxmlformats.org/officeDocument/2006/relationships/image" Target="/ppt/media/image9.png" Id="R53f4b895f44d4898" /><Relationship Type="http://schemas.openxmlformats.org/officeDocument/2006/relationships/image" Target="/ppt/media/image10.png" Id="R905cc2d12ba84e54" /><Relationship Type="http://schemas.openxmlformats.org/officeDocument/2006/relationships/image" Target="/ppt/media/image11.png" Id="R132561a2451843f2" /><Relationship Type="http://schemas.openxmlformats.org/officeDocument/2006/relationships/image" Target="/ppt/media/image12.png" Id="R412472d2e510451b" /><Relationship Type="http://schemas.openxmlformats.org/officeDocument/2006/relationships/image" Target="/ppt/media/image38.png" Id="R2db1f517fb014572" /><Relationship Type="http://schemas.openxmlformats.org/officeDocument/2006/relationships/notesSlide" Target="/ppt/notesSlides/notesSlide27.xml" Id="R21ab4b70db894ad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91d4c653d2489c" /><Relationship Type="http://schemas.openxmlformats.org/officeDocument/2006/relationships/image" Target="/ppt/media/image9.png" Id="Rd80155548bf04f09" /><Relationship Type="http://schemas.openxmlformats.org/officeDocument/2006/relationships/image" Target="/ppt/media/image10.png" Id="Rf73af74b5ca2400f" /><Relationship Type="http://schemas.openxmlformats.org/officeDocument/2006/relationships/image" Target="/ppt/media/image11.png" Id="Rae73d95b184447f2" /><Relationship Type="http://schemas.openxmlformats.org/officeDocument/2006/relationships/image" Target="/ppt/media/image12.png" Id="Rd4d4c334234e4364" /><Relationship Type="http://schemas.openxmlformats.org/officeDocument/2006/relationships/image" Target="/ppt/media/image39.png" Id="R98535806f9484a0c" /><Relationship Type="http://schemas.openxmlformats.org/officeDocument/2006/relationships/notesSlide" Target="/ppt/notesSlides/notesSlide28.xml" Id="R6b630ca058454e8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2682b21d444cd0" /><Relationship Type="http://schemas.openxmlformats.org/officeDocument/2006/relationships/image" Target="/ppt/media/image9.png" Id="R09f594133f90429c" /><Relationship Type="http://schemas.openxmlformats.org/officeDocument/2006/relationships/image" Target="/ppt/media/image10.png" Id="R478353b699e74c44" /><Relationship Type="http://schemas.openxmlformats.org/officeDocument/2006/relationships/image" Target="/ppt/media/image11.png" Id="R43f3e90fb34d483d" /><Relationship Type="http://schemas.openxmlformats.org/officeDocument/2006/relationships/image" Target="/ppt/media/image12.png" Id="R9b6d596b5efa4d21" /><Relationship Type="http://schemas.openxmlformats.org/officeDocument/2006/relationships/image" Target="/ppt/media/image40.png" Id="R7181ef78245345b9" /><Relationship Type="http://schemas.openxmlformats.org/officeDocument/2006/relationships/notesSlide" Target="/ppt/notesSlides/notesSlide29.xml" Id="Racb43f86f23647e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6a27dd1cf4410a" /><Relationship Type="http://schemas.openxmlformats.org/officeDocument/2006/relationships/image" Target="/ppt/media/image9.png" Id="Rb0b688abd1724700" /><Relationship Type="http://schemas.openxmlformats.org/officeDocument/2006/relationships/image" Target="/ppt/media/image10.png" Id="R3d3a0332c3a24f09" /><Relationship Type="http://schemas.openxmlformats.org/officeDocument/2006/relationships/image" Target="/ppt/media/image11.png" Id="Rca1762abc47145e0" /><Relationship Type="http://schemas.openxmlformats.org/officeDocument/2006/relationships/image" Target="/ppt/media/image12.png" Id="R224b2d3a9788467e" /><Relationship Type="http://schemas.openxmlformats.org/officeDocument/2006/relationships/image" Target="/ppt/media/image41.png" Id="R0d09fc84cf424e62" /><Relationship Type="http://schemas.openxmlformats.org/officeDocument/2006/relationships/notesSlide" Target="/ppt/notesSlides/notesSlide30.xml" Id="Rf0b10eaae684475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c50c58bc1644d8" /><Relationship Type="http://schemas.openxmlformats.org/officeDocument/2006/relationships/image" Target="/ppt/media/image9.png" Id="Rac0186ce1a7b42bf" /><Relationship Type="http://schemas.openxmlformats.org/officeDocument/2006/relationships/image" Target="/ppt/media/image10.png" Id="Rede972b67a394104" /><Relationship Type="http://schemas.openxmlformats.org/officeDocument/2006/relationships/image" Target="/ppt/media/image11.png" Id="R0a4ebb1ad8214d9a" /><Relationship Type="http://schemas.openxmlformats.org/officeDocument/2006/relationships/image" Target="/ppt/media/image12.png" Id="R56cec6a022284a6c" /><Relationship Type="http://schemas.openxmlformats.org/officeDocument/2006/relationships/image" Target="/ppt/media/image42.png" Id="Rda98f05b4dc942cf" /><Relationship Type="http://schemas.openxmlformats.org/officeDocument/2006/relationships/notesSlide" Target="/ppt/notesSlides/notesSlide31.xml" Id="R7d5ccb56a708428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fb0097bcef4bb5" /><Relationship Type="http://schemas.openxmlformats.org/officeDocument/2006/relationships/image" Target="/ppt/media/image9.png" Id="Ra5f3d9db458e497a" /><Relationship Type="http://schemas.openxmlformats.org/officeDocument/2006/relationships/image" Target="/ppt/media/image10.png" Id="R369471325547487c" /><Relationship Type="http://schemas.openxmlformats.org/officeDocument/2006/relationships/image" Target="/ppt/media/image11.png" Id="Rc207a717c4174cc4" /><Relationship Type="http://schemas.openxmlformats.org/officeDocument/2006/relationships/image" Target="/ppt/media/image12.png" Id="R2413966adc874fdd" /><Relationship Type="http://schemas.openxmlformats.org/officeDocument/2006/relationships/image" Target="/ppt/media/image43.png" Id="R5dbecc4542ac40ad" /><Relationship Type="http://schemas.openxmlformats.org/officeDocument/2006/relationships/notesSlide" Target="/ppt/notesSlides/notesSlide32.xml" Id="R4f97a6e4dbb443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671e40cd7243bb" /><Relationship Type="http://schemas.openxmlformats.org/officeDocument/2006/relationships/image" Target="/ppt/media/image9.png" Id="R92934b8344004209" /><Relationship Type="http://schemas.openxmlformats.org/officeDocument/2006/relationships/image" Target="/ppt/media/image10.png" Id="R268a5d82ea3043bd" /><Relationship Type="http://schemas.openxmlformats.org/officeDocument/2006/relationships/image" Target="/ppt/media/image11.png" Id="R72ba87021bf64c55" /><Relationship Type="http://schemas.openxmlformats.org/officeDocument/2006/relationships/image" Target="/ppt/media/image12.png" Id="Rafc236ee64304a09" /><Relationship Type="http://schemas.openxmlformats.org/officeDocument/2006/relationships/image" Target="/ppt/media/image44.png" Id="Re4ba6b31ee844696" /><Relationship Type="http://schemas.openxmlformats.org/officeDocument/2006/relationships/notesSlide" Target="/ppt/notesSlides/notesSlide33.xml" Id="R429ad0b598c84f7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a856be8f40472b" /><Relationship Type="http://schemas.openxmlformats.org/officeDocument/2006/relationships/image" Target="/ppt/media/image9.png" Id="R6a8e06ace7eb4e3c" /><Relationship Type="http://schemas.openxmlformats.org/officeDocument/2006/relationships/image" Target="/ppt/media/image10.png" Id="R9f41be84ea114f7c" /><Relationship Type="http://schemas.openxmlformats.org/officeDocument/2006/relationships/image" Target="/ppt/media/image11.png" Id="Recd0638958df469c" /><Relationship Type="http://schemas.openxmlformats.org/officeDocument/2006/relationships/image" Target="/ppt/media/image12.png" Id="Rbb45f1e6fe944075" /><Relationship Type="http://schemas.openxmlformats.org/officeDocument/2006/relationships/image" Target="/ppt/media/image45.png" Id="Rf832389c39834a97" /><Relationship Type="http://schemas.openxmlformats.org/officeDocument/2006/relationships/notesSlide" Target="/ppt/notesSlides/notesSlide34.xml" Id="R3f7f5b6e313d43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3cebe52eb54dd6" /><Relationship Type="http://schemas.openxmlformats.org/officeDocument/2006/relationships/image" Target="/ppt/media/image9.png" Id="Re4907129e0f64a23" /><Relationship Type="http://schemas.openxmlformats.org/officeDocument/2006/relationships/image" Target="/ppt/media/image10.png" Id="Rc0907e0156f14b94" /><Relationship Type="http://schemas.openxmlformats.org/officeDocument/2006/relationships/image" Target="/ppt/media/image11.png" Id="R149ab61e69ea404f" /><Relationship Type="http://schemas.openxmlformats.org/officeDocument/2006/relationships/image" Target="/ppt/media/image12.png" Id="Rdb02c263be504c9d" /><Relationship Type="http://schemas.openxmlformats.org/officeDocument/2006/relationships/image" Target="/ppt/media/image46.png" Id="R6f56e8da03a54b8a" /><Relationship Type="http://schemas.openxmlformats.org/officeDocument/2006/relationships/notesSlide" Target="/ppt/notesSlides/notesSlide35.xml" Id="R34b67cdfe8694c8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faae8a39944bac" /><Relationship Type="http://schemas.openxmlformats.org/officeDocument/2006/relationships/image" Target="/ppt/media/image9.png" Id="R1ae3a16f5f844554" /><Relationship Type="http://schemas.openxmlformats.org/officeDocument/2006/relationships/image" Target="/ppt/media/image10.png" Id="R8d3d135ab323487f" /><Relationship Type="http://schemas.openxmlformats.org/officeDocument/2006/relationships/image" Target="/ppt/media/image11.png" Id="Rc0048cb85dc54c8e" /><Relationship Type="http://schemas.openxmlformats.org/officeDocument/2006/relationships/image" Target="/ppt/media/image12.png" Id="Rdbcbfd268c484830" /><Relationship Type="http://schemas.openxmlformats.org/officeDocument/2006/relationships/image" Target="/ppt/media/image47.png" Id="R95e9f437202047b8" /><Relationship Type="http://schemas.openxmlformats.org/officeDocument/2006/relationships/notesSlide" Target="/ppt/notesSlides/notesSlide36.xml" Id="R644eeb1ecc37440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83e4cc18a74f4e" /><Relationship Type="http://schemas.openxmlformats.org/officeDocument/2006/relationships/image" Target="/ppt/media/image9.png" Id="Re2f2a440242c4558" /><Relationship Type="http://schemas.openxmlformats.org/officeDocument/2006/relationships/image" Target="/ppt/media/image10.png" Id="Rbed5792234d74ae5" /><Relationship Type="http://schemas.openxmlformats.org/officeDocument/2006/relationships/image" Target="/ppt/media/image11.png" Id="R078a9ccf7b4f4096" /><Relationship Type="http://schemas.openxmlformats.org/officeDocument/2006/relationships/image" Target="/ppt/media/image12.png" Id="R248316c8de474f52" /><Relationship Type="http://schemas.openxmlformats.org/officeDocument/2006/relationships/image" Target="/ppt/media/image48.png" Id="R3c16d08ef03a4e3e" /><Relationship Type="http://schemas.openxmlformats.org/officeDocument/2006/relationships/notesSlide" Target="/ppt/notesSlides/notesSlide37.xml" Id="Rc35bfa5673334aa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78831f380d4213" /><Relationship Type="http://schemas.openxmlformats.org/officeDocument/2006/relationships/image" Target="/ppt/media/image9.png" Id="Rf3ad525cdbfb44c4" /><Relationship Type="http://schemas.openxmlformats.org/officeDocument/2006/relationships/image" Target="/ppt/media/image10.png" Id="Rf97e8d0c6f2240ad" /><Relationship Type="http://schemas.openxmlformats.org/officeDocument/2006/relationships/image" Target="/ppt/media/image11.png" Id="R0bde3f0ea9374a28" /><Relationship Type="http://schemas.openxmlformats.org/officeDocument/2006/relationships/image" Target="/ppt/media/image12.png" Id="R1689478409c24b69" /><Relationship Type="http://schemas.openxmlformats.org/officeDocument/2006/relationships/image" Target="/ppt/media/image49.png" Id="Rc5760e4258644288" /><Relationship Type="http://schemas.openxmlformats.org/officeDocument/2006/relationships/notesSlide" Target="/ppt/notesSlides/notesSlide38.xml" Id="Rfdf872f666c448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f2c8ab3dd48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6852472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E46CBA08-EFDF-4617-BD86-D4A930FC5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62250" y="457200"/>
            <a:ext cx="6667500" cy="2021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0941" rIns="0" bIns="0" anchor="ctr">
            <a:spAutoFit/>
          </a:bodyPr>
          <a:lstStyle xmlns:a="http://schemas.openxmlformats.org/drawingml/2006/main"/>
          <a:p xmlns:a="http://schemas.openxmlformats.org/drawingml/2006/main">
            <a:pPr marL="702498" marR="4607" indent="-690982">
              <a:lnSpc>
                <a:spcPct val="100000"/>
              </a:lnSpc>
              <a:spcBef>
                <a:spcPts val="86"/>
              </a:spcBef>
              <a:buNone/>
            </a:pPr>
            <a:r>
              <a:rPr sz="4398">
                <a:solidFill>
                  <a:srgbClr val="FF0000"/>
                </a:solidFill>
              </a:rPr>
              <a:t>Capítulo 7. Outros Modelos de Máquinas Universais</a:t>
            </a:r>
            <a:endParaRPr sz="4398"/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A69A0413-6030-44B0-80FE-6A1DE14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58102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547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"/>
              </a:spcAft>
            </a:pPr>
            <a:r>
              <a:t>7.1  Máquina de Post</a:t>
            </a:r>
          </a:p>
          <a:p xmlns:a="http://schemas.openxmlformats.org/drawingml/2006/main">
            <a:pPr>
              <a:spcAft>
                <a:spcPts val="10"/>
              </a:spcAft>
            </a:pPr>
            <a:r>
              <a:t>7.2  Máquina com Pilhas</a:t>
            </a:r>
          </a:p>
          <a:p xmlns:a="http://schemas.openxmlformats.org/drawingml/2006/main">
            <a:pPr>
              <a:spcAft>
                <a:spcPts val="10"/>
              </a:spcAft>
            </a:pPr>
            <a:r>
              <a:t>7.3  Máquina com Duas Pilhas</a:t>
            </a:r>
          </a:p>
          <a:p xmlns:a="http://schemas.openxmlformats.org/drawingml/2006/main">
            <a:pPr>
              <a:spcAft>
                <a:spcPts val="10"/>
              </a:spcAft>
            </a:pPr>
            <a:r>
              <a:t>7.4  Máquinas Não Determinísticas</a:t>
            </a:r>
          </a:p>
          <a:p xmlns:a="http://schemas.openxmlformats.org/drawingml/2006/main">
            <a:r>
              <a:t>7.5  Hierarquia de Classes de Linguagens</a:t>
            </a:r>
          </a:p>
        </p:txBody>
      </p:sp>
    </p:spTree>
    <p:extLst>
      <p:ext uri="{BB962C8B-B14F-4D97-AF65-F5344CB8AC3E}">
        <p14:creationId xmlns:p14="http://schemas.microsoft.com/office/powerpoint/2010/main" val="10612497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76b4f2d3749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1bf3bcd7840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81a43ac014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4ce239b1442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ccf50029c494e"/>
          <a:stretch xmlns:a="http://schemas.openxmlformats.org/drawingml/2006/main"/>
        </p:blipFill>
        <p:spPr>
          <a:xfrm xmlns:a="http://schemas.openxmlformats.org/drawingml/2006/main">
            <a:off x="3150640" y="190500"/>
            <a:ext cx="5890720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3fc23223f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2968048ff4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c4d881578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71ed7e2ab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e9072c2eb41ef"/>
          <a:stretch xmlns:a="http://schemas.openxmlformats.org/drawingml/2006/main"/>
        </p:blipFill>
        <p:spPr>
          <a:xfrm xmlns:a="http://schemas.openxmlformats.org/drawingml/2006/main">
            <a:off x="3719845" y="190500"/>
            <a:ext cx="4752310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787ef288240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11351555349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68d9b5d914b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2aee81cd2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eea77696b479e"/>
          <a:stretch xmlns:a="http://schemas.openxmlformats.org/drawingml/2006/main"/>
        </p:blipFill>
        <p:spPr>
          <a:xfrm xmlns:a="http://schemas.openxmlformats.org/drawingml/2006/main">
            <a:off x="3742591" y="190500"/>
            <a:ext cx="4706819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f3b64d81242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662758c9945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096277072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0edc648894f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a381be49e4e62"/>
          <a:stretch xmlns:a="http://schemas.openxmlformats.org/drawingml/2006/main"/>
        </p:blipFill>
        <p:spPr>
          <a:xfrm xmlns:a="http://schemas.openxmlformats.org/drawingml/2006/main">
            <a:off x="3680982" y="190500"/>
            <a:ext cx="4830037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f5175214c4e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8000e692a4c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1467a586142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e0eddec0c45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95dc09cd043e0"/>
          <a:stretch xmlns:a="http://schemas.openxmlformats.org/drawingml/2006/main"/>
        </p:blipFill>
        <p:spPr>
          <a:xfrm xmlns:a="http://schemas.openxmlformats.org/drawingml/2006/main">
            <a:off x="2981528" y="190500"/>
            <a:ext cx="6228945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0cb7e4d974c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9d602fcd445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3332d38ee4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3cd69411444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f5e5959c546cc"/>
          <a:stretch xmlns:a="http://schemas.openxmlformats.org/drawingml/2006/main"/>
        </p:blipFill>
        <p:spPr>
          <a:xfrm xmlns:a="http://schemas.openxmlformats.org/drawingml/2006/main">
            <a:off x="3642355" y="190500"/>
            <a:ext cx="4907289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faf4eb05a4e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babe0768040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6628f4be248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766d779ef41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5da1e7ec44087"/>
          <a:stretch xmlns:a="http://schemas.openxmlformats.org/drawingml/2006/main"/>
        </p:blipFill>
        <p:spPr>
          <a:xfrm xmlns:a="http://schemas.openxmlformats.org/drawingml/2006/main">
            <a:off x="3059173" y="190500"/>
            <a:ext cx="6073653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a7b395a6745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cdf3cd9cf40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2fce26e53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e822688cd4a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7d616767b476d"/>
          <a:stretch xmlns:a="http://schemas.openxmlformats.org/drawingml/2006/main"/>
        </p:blipFill>
        <p:spPr>
          <a:xfrm xmlns:a="http://schemas.openxmlformats.org/drawingml/2006/main">
            <a:off x="3498624" y="190500"/>
            <a:ext cx="5194751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5c61e71d149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bd6e912d244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8ce0fe0a94a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e4fe5c1434d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c990c289a48f9"/>
          <a:stretch xmlns:a="http://schemas.openxmlformats.org/drawingml/2006/main"/>
        </p:blipFill>
        <p:spPr>
          <a:xfrm xmlns:a="http://schemas.openxmlformats.org/drawingml/2006/main">
            <a:off x="3543845" y="190500"/>
            <a:ext cx="5104311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230d712804e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1643636294d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b594a10224b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d1bd59bc249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33ab7ba244a88"/>
          <a:stretch xmlns:a="http://schemas.openxmlformats.org/drawingml/2006/main"/>
        </p:blipFill>
        <p:spPr>
          <a:xfrm xmlns:a="http://schemas.openxmlformats.org/drawingml/2006/main">
            <a:off x="3403292" y="190500"/>
            <a:ext cx="5385416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7212f6ec34d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bc231258948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61cb8ad684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2b135738f4a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4b2839add4fc2"/>
          <a:stretch xmlns:a="http://schemas.openxmlformats.org/drawingml/2006/main"/>
        </p:blipFill>
        <p:spPr>
          <a:xfrm xmlns:a="http://schemas.openxmlformats.org/drawingml/2006/main">
            <a:off x="3608243" y="190500"/>
            <a:ext cx="4975514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497cc735244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555a55c8f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feb1f5e684e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91a4c95b845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04547038a4a15"/>
          <a:stretch xmlns:a="http://schemas.openxmlformats.org/drawingml/2006/main"/>
        </p:blipFill>
        <p:spPr>
          <a:xfrm xmlns:a="http://schemas.openxmlformats.org/drawingml/2006/main">
            <a:off x="3743592" y="190500"/>
            <a:ext cx="4704816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d97c7bf4a48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4490fc2c6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6111a2468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323ae1dbe43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d097fef524821"/>
          <a:stretch xmlns:a="http://schemas.openxmlformats.org/drawingml/2006/main"/>
        </p:blipFill>
        <p:spPr>
          <a:xfrm xmlns:a="http://schemas.openxmlformats.org/drawingml/2006/main">
            <a:off x="3611968" y="190500"/>
            <a:ext cx="4968064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1ed769d2945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3a5c91e8141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fe1bcc78946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bdaa60bc742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f7b455a5146a2"/>
          <a:stretch xmlns:a="http://schemas.openxmlformats.org/drawingml/2006/main"/>
        </p:blipFill>
        <p:spPr>
          <a:xfrm xmlns:a="http://schemas.openxmlformats.org/drawingml/2006/main">
            <a:off x="3645348" y="190500"/>
            <a:ext cx="4901304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4498a916147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eff900bba4f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25f56080f4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e58ddb3b2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d2802a5d54f68"/>
          <a:stretch xmlns:a="http://schemas.openxmlformats.org/drawingml/2006/main"/>
        </p:blipFill>
        <p:spPr>
          <a:xfrm xmlns:a="http://schemas.openxmlformats.org/drawingml/2006/main">
            <a:off x="3747484" y="190500"/>
            <a:ext cx="4697033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4a15d15ed42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427ce356c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1c03b9d614c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0f290b64e45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48617e2d14cd3"/>
          <a:stretch xmlns:a="http://schemas.openxmlformats.org/drawingml/2006/main"/>
        </p:blipFill>
        <p:spPr>
          <a:xfrm xmlns:a="http://schemas.openxmlformats.org/drawingml/2006/main">
            <a:off x="3986097" y="190500"/>
            <a:ext cx="4219806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bf3fde7a44a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babb5f7cd4e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bba1c7edd49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b43ad25c44f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f92d8252049b7"/>
          <a:stretch xmlns:a="http://schemas.openxmlformats.org/drawingml/2006/main"/>
        </p:blipFill>
        <p:spPr>
          <a:xfrm xmlns:a="http://schemas.openxmlformats.org/drawingml/2006/main">
            <a:off x="3681311" y="190500"/>
            <a:ext cx="4829379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3dd882d6a46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6cf0c643a49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84df44ed14f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c2287180c4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0944ed42b4b8b"/>
          <a:stretch xmlns:a="http://schemas.openxmlformats.org/drawingml/2006/main"/>
        </p:blipFill>
        <p:spPr>
          <a:xfrm xmlns:a="http://schemas.openxmlformats.org/drawingml/2006/main">
            <a:off x="3661833" y="190500"/>
            <a:ext cx="4868333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13182d8364b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6284452bd44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168d356d0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ae49e66a340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d3047213f4477"/>
          <a:stretch xmlns:a="http://schemas.openxmlformats.org/drawingml/2006/main"/>
        </p:blipFill>
        <p:spPr>
          <a:xfrm xmlns:a="http://schemas.openxmlformats.org/drawingml/2006/main">
            <a:off x="3589665" y="190500"/>
            <a:ext cx="5012669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2b42719ef4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ac967b599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1dc12d3794c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792eb0ab0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00cf40e414aed"/>
          <a:stretch xmlns:a="http://schemas.openxmlformats.org/drawingml/2006/main"/>
        </p:blipFill>
        <p:spPr>
          <a:xfrm xmlns:a="http://schemas.openxmlformats.org/drawingml/2006/main">
            <a:off x="3226710" y="190500"/>
            <a:ext cx="5738580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4b2a7a64544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1faa79b7444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7bded12cf4d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519dc049a48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081ab7e724981"/>
          <a:stretch xmlns:a="http://schemas.openxmlformats.org/drawingml/2006/main"/>
        </p:blipFill>
        <p:spPr>
          <a:xfrm xmlns:a="http://schemas.openxmlformats.org/drawingml/2006/main">
            <a:off x="3568483" y="190500"/>
            <a:ext cx="5055034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4dab90ec3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04693235f47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21d38147a4c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a57f940334f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e61ccd8324ffc"/>
          <a:stretch xmlns:a="http://schemas.openxmlformats.org/drawingml/2006/main"/>
        </p:blipFill>
        <p:spPr>
          <a:xfrm xmlns:a="http://schemas.openxmlformats.org/drawingml/2006/main">
            <a:off x="3505609" y="190500"/>
            <a:ext cx="5180782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8118d3fea4a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db605c1b74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9ea243e3a4b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ccb600ebf4b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c260f26e74cc6"/>
          <a:stretch xmlns:a="http://schemas.openxmlformats.org/drawingml/2006/main"/>
        </p:blipFill>
        <p:spPr>
          <a:xfrm xmlns:a="http://schemas.openxmlformats.org/drawingml/2006/main">
            <a:off x="3221051" y="190500"/>
            <a:ext cx="5749899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6ef495df149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b8d46833c4c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63cc60b544a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f800c8359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50e97844746a2"/>
          <a:stretch xmlns:a="http://schemas.openxmlformats.org/drawingml/2006/main"/>
        </p:blipFill>
        <p:spPr>
          <a:xfrm xmlns:a="http://schemas.openxmlformats.org/drawingml/2006/main">
            <a:off x="3621533" y="190500"/>
            <a:ext cx="4948935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0e890d43043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6cc7fb0b94f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bca6f99fa4e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86d486ac646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0505f8ca046d3"/>
          <a:stretch xmlns:a="http://schemas.openxmlformats.org/drawingml/2006/main"/>
        </p:blipFill>
        <p:spPr>
          <a:xfrm xmlns:a="http://schemas.openxmlformats.org/drawingml/2006/main">
            <a:off x="3721475" y="190500"/>
            <a:ext cx="4749050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4b895f44d48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cc2d12ba84e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561a2451843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472d2e51045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1f517fb014572"/>
          <a:stretch xmlns:a="http://schemas.openxmlformats.org/drawingml/2006/main"/>
        </p:blipFill>
        <p:spPr>
          <a:xfrm xmlns:a="http://schemas.openxmlformats.org/drawingml/2006/main">
            <a:off x="3483098" y="190500"/>
            <a:ext cx="5225804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155548bf04f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af74b5ca240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3d95b184447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4c334234e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35806f9484a0c"/>
          <a:stretch xmlns:a="http://schemas.openxmlformats.org/drawingml/2006/main"/>
        </p:blipFill>
        <p:spPr>
          <a:xfrm xmlns:a="http://schemas.openxmlformats.org/drawingml/2006/main">
            <a:off x="3579155" y="190500"/>
            <a:ext cx="5033691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594133f9042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353b699e74c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3e90fb34d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d596b5efa4d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1ef78245345b9"/>
          <a:stretch xmlns:a="http://schemas.openxmlformats.org/drawingml/2006/main"/>
        </p:blipFill>
        <p:spPr>
          <a:xfrm xmlns:a="http://schemas.openxmlformats.org/drawingml/2006/main">
            <a:off x="3500791" y="190500"/>
            <a:ext cx="5190418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688abd17247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a0332c3a24f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762abc471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b2d3a978846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9fc84cf424e62"/>
          <a:stretch xmlns:a="http://schemas.openxmlformats.org/drawingml/2006/main"/>
        </p:blipFill>
        <p:spPr>
          <a:xfrm xmlns:a="http://schemas.openxmlformats.org/drawingml/2006/main">
            <a:off x="3434219" y="190500"/>
            <a:ext cx="5323562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186ce1a7b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972b67a39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ebb1ad8214d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ec6a022284a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8f05b4dc942cf"/>
          <a:stretch xmlns:a="http://schemas.openxmlformats.org/drawingml/2006/main"/>
        </p:blipFill>
        <p:spPr>
          <a:xfrm xmlns:a="http://schemas.openxmlformats.org/drawingml/2006/main">
            <a:off x="3771444" y="190500"/>
            <a:ext cx="4649112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3d9db458e49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47132554748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7a717c4174c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3966adc874f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ecc4542ac40ad"/>
          <a:stretch xmlns:a="http://schemas.openxmlformats.org/drawingml/2006/main"/>
        </p:blipFill>
        <p:spPr>
          <a:xfrm xmlns:a="http://schemas.openxmlformats.org/drawingml/2006/main">
            <a:off x="3666643" y="190500"/>
            <a:ext cx="4858713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34b8344004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a5d82ea3043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a87021bf6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236ee64304a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a6b31ee844696"/>
          <a:stretch xmlns:a="http://schemas.openxmlformats.org/drawingml/2006/main"/>
        </p:blipFill>
        <p:spPr>
          <a:xfrm xmlns:a="http://schemas.openxmlformats.org/drawingml/2006/main">
            <a:off x="3513399" y="190500"/>
            <a:ext cx="5165203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e06ace7eb4e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1be84ea114f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0638958df46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5f1e6fe9440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2389c39834a97"/>
          <a:stretch xmlns:a="http://schemas.openxmlformats.org/drawingml/2006/main"/>
        </p:blipFill>
        <p:spPr>
          <a:xfrm xmlns:a="http://schemas.openxmlformats.org/drawingml/2006/main">
            <a:off x="3513373" y="190500"/>
            <a:ext cx="5165254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07129e0f64a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07e0156f1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ab61e69ea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2c263be504c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6e8da03a54b8a"/>
          <a:stretch xmlns:a="http://schemas.openxmlformats.org/drawingml/2006/main"/>
        </p:blipFill>
        <p:spPr>
          <a:xfrm xmlns:a="http://schemas.openxmlformats.org/drawingml/2006/main">
            <a:off x="3603324" y="190500"/>
            <a:ext cx="4985351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3a16f5f84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d135ab323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48cb85dc54c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bfd268c484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9f437202047b8"/>
          <a:stretch xmlns:a="http://schemas.openxmlformats.org/drawingml/2006/main"/>
        </p:blipFill>
        <p:spPr>
          <a:xfrm xmlns:a="http://schemas.openxmlformats.org/drawingml/2006/main">
            <a:off x="2629514" y="190500"/>
            <a:ext cx="6932972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2a440242c4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5792234d7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a9ccf7b4f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316c8de474f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6d08ef03a4e3e"/>
          <a:stretch xmlns:a="http://schemas.openxmlformats.org/drawingml/2006/main"/>
        </p:blipFill>
        <p:spPr>
          <a:xfrm xmlns:a="http://schemas.openxmlformats.org/drawingml/2006/main">
            <a:off x="3711507" y="190500"/>
            <a:ext cx="4768986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d525cdbfb44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2" y="0"/>
            <a:ext cx="9136272" cy="4564630"/>
          </a:xfrm>
          <a:prstGeom xmlns:a="http://schemas.openxmlformats.org/drawingml/2006/main" prst="rect">
            <a:avLst/>
          </a:prstGeom>
        </p:spPr>
      </p:pic>
      <p:pic>
        <p:nvPicPr>
          <p:cNvPr id="17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e8d0c6f22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4563938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8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e3f0ea9374a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5324710"/>
            <a:ext cx="9136271" cy="761462"/>
          </a:xfrm>
          <a:prstGeom xmlns:a="http://schemas.openxmlformats.org/drawingml/2006/main" prst="rect">
            <a:avLst/>
          </a:prstGeom>
        </p:spPr>
      </p:pic>
      <p:pic>
        <p:nvPicPr>
          <p:cNvPr id="19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9478409c24b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28042" y="6085481"/>
            <a:ext cx="9136271" cy="766990"/>
          </a:xfrm>
          <a:prstGeom xmlns:a="http://schemas.openxmlformats.org/drawingml/2006/main" prst="rect">
            <a:avLst/>
          </a:prstGeom>
        </p:spPr>
      </p:pic>
      <p:pic>
        <p:nvPicPr>
          <p:cNvPr id="20" name="PDF pag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60e4258644288"/>
          <a:stretch xmlns:a="http://schemas.openxmlformats.org/drawingml/2006/main"/>
        </p:blipFill>
        <p:spPr>
          <a:xfrm xmlns:a="http://schemas.openxmlformats.org/drawingml/2006/main">
            <a:off x="2143125" y="796880"/>
            <a:ext cx="7905750" cy="5264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02026"/>
      </p:ext>
    </p:extLst>
  </p:cSld>
</p:sld>
</file>

<file path=ppt/theme/theme1.xml><?xml version="1.0" encoding="utf-8"?>
<a:theme xmlns:a="http://schemas.openxmlformats.org/drawingml/2006/main" name="template_ba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2026-08-30T18:05:52.2650000Z</dcterms:created>
  <dcterms:modified xsi:type="dcterms:W3CDTF">2026-08-30T18:05:52.2660000Z</dcterms:modified>
</coreProperties>
</file>